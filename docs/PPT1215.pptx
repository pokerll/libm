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9" r:id="rId2"/>
  </p:sldMasterIdLst>
  <p:notesMasterIdLst>
    <p:notesMasterId r:id="rId25"/>
  </p:notesMasterIdLst>
  <p:sldIdLst>
    <p:sldId id="283" r:id="rId3"/>
    <p:sldId id="256" r:id="rId4"/>
    <p:sldId id="258" r:id="rId5"/>
    <p:sldId id="398" r:id="rId6"/>
    <p:sldId id="424" r:id="rId7"/>
    <p:sldId id="425" r:id="rId8"/>
    <p:sldId id="473" r:id="rId9"/>
    <p:sldId id="474" r:id="rId10"/>
    <p:sldId id="475" r:id="rId11"/>
    <p:sldId id="453" r:id="rId12"/>
    <p:sldId id="422" r:id="rId13"/>
    <p:sldId id="406" r:id="rId14"/>
    <p:sldId id="427" r:id="rId15"/>
    <p:sldId id="392" r:id="rId16"/>
    <p:sldId id="428" r:id="rId17"/>
    <p:sldId id="470" r:id="rId18"/>
    <p:sldId id="471" r:id="rId19"/>
    <p:sldId id="472" r:id="rId20"/>
    <p:sldId id="454" r:id="rId21"/>
    <p:sldId id="393" r:id="rId22"/>
    <p:sldId id="419" r:id="rId23"/>
    <p:sldId id="455"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E2D"/>
    <a:srgbClr val="DA3977"/>
    <a:srgbClr val="384B9A"/>
    <a:srgbClr val="C14781"/>
    <a:srgbClr val="557CB3"/>
    <a:srgbClr val="FF1F4A"/>
    <a:srgbClr val="FFAE91"/>
    <a:srgbClr val="A20000"/>
    <a:srgbClr val="A400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6201" autoAdjust="0"/>
  </p:normalViewPr>
  <p:slideViewPr>
    <p:cSldViewPr snapToGrid="0">
      <p:cViewPr>
        <p:scale>
          <a:sx n="117" d="100"/>
          <a:sy n="117" d="100"/>
        </p:scale>
        <p:origin x="-108" y="-18"/>
      </p:cViewPr>
      <p:guideLst>
        <p:guide orient="horz" pos="2160"/>
        <p:guide pos="3856"/>
      </p:guideLst>
    </p:cSldViewPr>
  </p:slideViewPr>
  <p:outlineViewPr>
    <p:cViewPr>
      <p:scale>
        <a:sx n="33" d="100"/>
        <a:sy n="33" d="100"/>
      </p:scale>
      <p:origin x="0" y="0"/>
    </p:cViewPr>
  </p:outlineViewPr>
  <p:notesTextViewPr>
    <p:cViewPr>
      <p:scale>
        <a:sx n="3" d="2"/>
        <a:sy n="3" d="2"/>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2021/12/16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01369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形 1"/>
          <p:cNvPicPr>
            <a:picLocks noChangeAspect="1"/>
          </p:cNvPicPr>
          <p:nvPr userDrawn="1"/>
        </p:nvPicPr>
        <p:blipFill>
          <a:blip r:embed="rId2" cstate="screen"/>
          <a:stretch>
            <a:fillRect/>
          </a:stretch>
        </p:blipFill>
        <p:spPr>
          <a:xfrm>
            <a:off x="0" y="0"/>
            <a:ext cx="12192000" cy="6858000"/>
          </a:xfrm>
          <a:prstGeom prst="rect">
            <a:avLst/>
          </a:prstGeom>
        </p:spPr>
      </p:pic>
      <p:sp>
        <p:nvSpPr>
          <p:cNvPr id="17" name="Freeform 6"/>
          <p:cNvSpPr/>
          <p:nvPr userDrawn="1"/>
        </p:nvSpPr>
        <p:spPr bwMode="auto">
          <a:xfrm>
            <a:off x="6072982" y="1277145"/>
            <a:ext cx="4264025" cy="4256088"/>
          </a:xfrm>
          <a:custGeom>
            <a:avLst/>
            <a:gdLst>
              <a:gd name="T0" fmla="*/ 1096 w 2251"/>
              <a:gd name="T1" fmla="*/ 2235 h 2251"/>
              <a:gd name="T2" fmla="*/ 16 w 2251"/>
              <a:gd name="T3" fmla="*/ 1155 h 2251"/>
              <a:gd name="T4" fmla="*/ 16 w 2251"/>
              <a:gd name="T5" fmla="*/ 1096 h 2251"/>
              <a:gd name="T6" fmla="*/ 1096 w 2251"/>
              <a:gd name="T7" fmla="*/ 16 h 2251"/>
              <a:gd name="T8" fmla="*/ 1155 w 2251"/>
              <a:gd name="T9" fmla="*/ 16 h 2251"/>
              <a:gd name="T10" fmla="*/ 2235 w 2251"/>
              <a:gd name="T11" fmla="*/ 1096 h 2251"/>
              <a:gd name="T12" fmla="*/ 2235 w 2251"/>
              <a:gd name="T13" fmla="*/ 1155 h 2251"/>
              <a:gd name="T14" fmla="*/ 1155 w 2251"/>
              <a:gd name="T15" fmla="*/ 2235 h 2251"/>
              <a:gd name="T16" fmla="*/ 1096 w 2251"/>
              <a:gd name="T17" fmla="*/ 2235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1" h="2251">
                <a:moveTo>
                  <a:pt x="1096" y="2235"/>
                </a:moveTo>
                <a:cubicBezTo>
                  <a:pt x="16" y="1155"/>
                  <a:pt x="16" y="1155"/>
                  <a:pt x="16" y="1155"/>
                </a:cubicBezTo>
                <a:cubicBezTo>
                  <a:pt x="0" y="1139"/>
                  <a:pt x="0" y="1112"/>
                  <a:pt x="16" y="1096"/>
                </a:cubicBezTo>
                <a:cubicBezTo>
                  <a:pt x="1096" y="16"/>
                  <a:pt x="1096" y="16"/>
                  <a:pt x="1096" y="16"/>
                </a:cubicBezTo>
                <a:cubicBezTo>
                  <a:pt x="1112" y="0"/>
                  <a:pt x="1139" y="0"/>
                  <a:pt x="1155" y="16"/>
                </a:cubicBezTo>
                <a:cubicBezTo>
                  <a:pt x="2235" y="1096"/>
                  <a:pt x="2235" y="1096"/>
                  <a:pt x="2235" y="1096"/>
                </a:cubicBezTo>
                <a:cubicBezTo>
                  <a:pt x="2251" y="1112"/>
                  <a:pt x="2251" y="1139"/>
                  <a:pt x="2235" y="1155"/>
                </a:cubicBezTo>
                <a:cubicBezTo>
                  <a:pt x="1155" y="2235"/>
                  <a:pt x="1155" y="2235"/>
                  <a:pt x="1155" y="2235"/>
                </a:cubicBezTo>
                <a:cubicBezTo>
                  <a:pt x="1139" y="2251"/>
                  <a:pt x="1112" y="2251"/>
                  <a:pt x="1096" y="2235"/>
                </a:cubicBezTo>
                <a:close/>
              </a:path>
            </a:pathLst>
          </a:custGeom>
          <a:gradFill flip="none" rotWithShape="1">
            <a:gsLst>
              <a:gs pos="0">
                <a:srgbClr val="DA3977"/>
              </a:gs>
              <a:gs pos="100000">
                <a:srgbClr val="384B9A"/>
              </a:gs>
            </a:gsLst>
            <a:lin ang="0" scaled="1"/>
            <a:tileRect/>
          </a:gradFill>
          <a:ln>
            <a:noFill/>
          </a:ln>
        </p:spPr>
        <p:txBody>
          <a:bodyPr vert="horz" wrap="square" lIns="91440" tIns="45720" rIns="91440" bIns="45720" numCol="1" anchor="t" anchorCtr="0" compatLnSpc="1"/>
          <a:lstStyle/>
          <a:p>
            <a:endParaRPr lang="zh-CN" altLang="en-US"/>
          </a:p>
        </p:txBody>
      </p:sp>
      <p:pic>
        <p:nvPicPr>
          <p:cNvPr id="48" name="图形 47"/>
          <p:cNvPicPr>
            <a:picLocks noChangeAspect="1"/>
          </p:cNvPicPr>
          <p:nvPr userDrawn="1"/>
        </p:nvPicPr>
        <p:blipFill>
          <a:blip r:embed="rId3" cstate="screen"/>
          <a:srcRect/>
          <a:stretch>
            <a:fillRect/>
          </a:stretch>
        </p:blipFill>
        <p:spPr>
          <a:xfrm>
            <a:off x="0" y="4659642"/>
            <a:ext cx="690562" cy="1381125"/>
          </a:xfrm>
          <a:custGeom>
            <a:avLst/>
            <a:gdLst>
              <a:gd name="connsiteX0" fmla="*/ 0 w 690562"/>
              <a:gd name="connsiteY0" fmla="*/ 0 h 1381125"/>
              <a:gd name="connsiteX1" fmla="*/ 690562 w 690562"/>
              <a:gd name="connsiteY1" fmla="*/ 0 h 1381125"/>
              <a:gd name="connsiteX2" fmla="*/ 690562 w 690562"/>
              <a:gd name="connsiteY2" fmla="*/ 1381125 h 1381125"/>
              <a:gd name="connsiteX3" fmla="*/ 0 w 690562"/>
              <a:gd name="connsiteY3" fmla="*/ 1381125 h 1381125"/>
            </a:gdLst>
            <a:ahLst/>
            <a:cxnLst>
              <a:cxn ang="0">
                <a:pos x="connsiteX0" y="connsiteY0"/>
              </a:cxn>
              <a:cxn ang="0">
                <a:pos x="connsiteX1" y="connsiteY1"/>
              </a:cxn>
              <a:cxn ang="0">
                <a:pos x="connsiteX2" y="connsiteY2"/>
              </a:cxn>
              <a:cxn ang="0">
                <a:pos x="connsiteX3" y="connsiteY3"/>
              </a:cxn>
            </a:cxnLst>
            <a:rect l="l" t="t" r="r" b="b"/>
            <a:pathLst>
              <a:path w="690562" h="1381125">
                <a:moveTo>
                  <a:pt x="0" y="0"/>
                </a:moveTo>
                <a:lnTo>
                  <a:pt x="690562" y="0"/>
                </a:lnTo>
                <a:lnTo>
                  <a:pt x="690562" y="1381125"/>
                </a:lnTo>
                <a:lnTo>
                  <a:pt x="0" y="1381125"/>
                </a:lnTo>
                <a:close/>
              </a:path>
            </a:pathLst>
          </a:custGeom>
        </p:spPr>
      </p:pic>
      <p:sp>
        <p:nvSpPr>
          <p:cNvPr id="7" name="Oval 5"/>
          <p:cNvSpPr>
            <a:spLocks noChangeArrowheads="1"/>
          </p:cNvSpPr>
          <p:nvPr userDrawn="1"/>
        </p:nvSpPr>
        <p:spPr bwMode="auto">
          <a:xfrm>
            <a:off x="5087144" y="785813"/>
            <a:ext cx="985838" cy="982663"/>
          </a:xfrm>
          <a:prstGeom prst="ellipse">
            <a:avLst/>
          </a:prstGeom>
          <a:noFill/>
          <a:ln w="131763" cap="flat">
            <a:solidFill>
              <a:srgbClr val="384B9A"/>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 name="Oval 6"/>
          <p:cNvSpPr>
            <a:spLocks noChangeArrowheads="1"/>
          </p:cNvSpPr>
          <p:nvPr userDrawn="1"/>
        </p:nvSpPr>
        <p:spPr bwMode="auto">
          <a:xfrm>
            <a:off x="10190163" y="4892676"/>
            <a:ext cx="985838" cy="984250"/>
          </a:xfrm>
          <a:prstGeom prst="ellipse">
            <a:avLst/>
          </a:prstGeom>
          <a:noFill/>
          <a:ln w="131763" cap="flat">
            <a:solidFill>
              <a:srgbClr val="DA3977"/>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Oval 7"/>
          <p:cNvSpPr>
            <a:spLocks noChangeArrowheads="1"/>
          </p:cNvSpPr>
          <p:nvPr userDrawn="1"/>
        </p:nvSpPr>
        <p:spPr bwMode="auto">
          <a:xfrm>
            <a:off x="10666412" y="4244467"/>
            <a:ext cx="984250" cy="984250"/>
          </a:xfrm>
          <a:prstGeom prst="ellipse">
            <a:avLst/>
          </a:prstGeom>
          <a:noFill/>
          <a:ln w="131763" cap="flat">
            <a:solidFill>
              <a:srgbClr val="384B9A"/>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矩形 9"/>
          <p:cNvSpPr/>
          <p:nvPr userDrawn="1"/>
        </p:nvSpPr>
        <p:spPr>
          <a:xfrm>
            <a:off x="1669166" y="6610483"/>
            <a:ext cx="4700588" cy="247517"/>
          </a:xfrm>
          <a:prstGeom prst="rect">
            <a:avLst/>
          </a:prstGeom>
          <a:solidFill>
            <a:srgbClr val="DA3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cstate="screen"/>
          <a:stretch>
            <a:fillRect/>
          </a:stretch>
        </p:blipFill>
        <p:spPr>
          <a:xfrm>
            <a:off x="0" y="0"/>
            <a:ext cx="12192000" cy="6858000"/>
          </a:xfrm>
          <a:prstGeom prst="rect">
            <a:avLst/>
          </a:prstGeom>
        </p:spPr>
      </p:pic>
      <p:sp>
        <p:nvSpPr>
          <p:cNvPr id="7" name="Oval 6"/>
          <p:cNvSpPr>
            <a:spLocks noChangeArrowheads="1"/>
          </p:cNvSpPr>
          <p:nvPr userDrawn="1"/>
        </p:nvSpPr>
        <p:spPr bwMode="auto">
          <a:xfrm>
            <a:off x="9860110" y="5032628"/>
            <a:ext cx="928433" cy="928435"/>
          </a:xfrm>
          <a:prstGeom prst="ellipse">
            <a:avLst/>
          </a:prstGeom>
          <a:noFill/>
          <a:ln w="95250" cap="flat">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Oval 7"/>
          <p:cNvSpPr>
            <a:spLocks noChangeArrowheads="1"/>
          </p:cNvSpPr>
          <p:nvPr userDrawn="1"/>
        </p:nvSpPr>
        <p:spPr bwMode="auto">
          <a:xfrm>
            <a:off x="10166095" y="4579938"/>
            <a:ext cx="930530" cy="928435"/>
          </a:xfrm>
          <a:prstGeom prst="ellipse">
            <a:avLst/>
          </a:prstGeom>
          <a:noFill/>
          <a:ln w="95250" cap="flat">
            <a:solidFill>
              <a:srgbClr val="DA3977"/>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Freeform 5"/>
          <p:cNvSpPr/>
          <p:nvPr userDrawn="1"/>
        </p:nvSpPr>
        <p:spPr bwMode="auto">
          <a:xfrm>
            <a:off x="2377513" y="2023858"/>
            <a:ext cx="3410405" cy="3404087"/>
          </a:xfrm>
          <a:custGeom>
            <a:avLst/>
            <a:gdLst>
              <a:gd name="T0" fmla="*/ 958 w 2262"/>
              <a:gd name="T1" fmla="*/ 2246 h 2262"/>
              <a:gd name="T2" fmla="*/ 16 w 2262"/>
              <a:gd name="T3" fmla="*/ 1304 h 2262"/>
              <a:gd name="T4" fmla="*/ 16 w 2262"/>
              <a:gd name="T5" fmla="*/ 1246 h 2262"/>
              <a:gd name="T6" fmla="*/ 1246 w 2262"/>
              <a:gd name="T7" fmla="*/ 16 h 2262"/>
              <a:gd name="T8" fmla="*/ 1304 w 2262"/>
              <a:gd name="T9" fmla="*/ 16 h 2262"/>
              <a:gd name="T10" fmla="*/ 2246 w 2262"/>
              <a:gd name="T11" fmla="*/ 958 h 2262"/>
              <a:gd name="T12" fmla="*/ 2246 w 2262"/>
              <a:gd name="T13" fmla="*/ 1016 h 2262"/>
              <a:gd name="T14" fmla="*/ 1016 w 2262"/>
              <a:gd name="T15" fmla="*/ 2246 h 2262"/>
              <a:gd name="T16" fmla="*/ 958 w 2262"/>
              <a:gd name="T17" fmla="*/ 2246 h 2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2" h="2262">
                <a:moveTo>
                  <a:pt x="958" y="2246"/>
                </a:moveTo>
                <a:cubicBezTo>
                  <a:pt x="16" y="1304"/>
                  <a:pt x="16" y="1304"/>
                  <a:pt x="16" y="1304"/>
                </a:cubicBezTo>
                <a:cubicBezTo>
                  <a:pt x="0" y="1288"/>
                  <a:pt x="0" y="1262"/>
                  <a:pt x="16" y="1246"/>
                </a:cubicBezTo>
                <a:cubicBezTo>
                  <a:pt x="1246" y="16"/>
                  <a:pt x="1246" y="16"/>
                  <a:pt x="1246" y="16"/>
                </a:cubicBezTo>
                <a:cubicBezTo>
                  <a:pt x="1262" y="0"/>
                  <a:pt x="1288" y="0"/>
                  <a:pt x="1304" y="16"/>
                </a:cubicBezTo>
                <a:cubicBezTo>
                  <a:pt x="2246" y="958"/>
                  <a:pt x="2246" y="958"/>
                  <a:pt x="2246" y="958"/>
                </a:cubicBezTo>
                <a:cubicBezTo>
                  <a:pt x="2262" y="974"/>
                  <a:pt x="2262" y="1000"/>
                  <a:pt x="2246" y="1016"/>
                </a:cubicBezTo>
                <a:cubicBezTo>
                  <a:pt x="1016" y="2246"/>
                  <a:pt x="1016" y="2246"/>
                  <a:pt x="1016" y="2246"/>
                </a:cubicBezTo>
                <a:cubicBezTo>
                  <a:pt x="1000" y="2262"/>
                  <a:pt x="974" y="2262"/>
                  <a:pt x="958" y="2246"/>
                </a:cubicBezTo>
                <a:close/>
              </a:path>
            </a:pathLst>
          </a:custGeom>
          <a:solidFill>
            <a:srgbClr val="DA3977"/>
          </a:solidFill>
          <a:ln>
            <a:noFill/>
          </a:ln>
        </p:spPr>
        <p:txBody>
          <a:bodyPr vert="horz" wrap="square" lIns="91440" tIns="45720" rIns="91440" bIns="45720" numCol="1" anchor="t" anchorCtr="0" compatLnSpc="1"/>
          <a:lstStyle/>
          <a:p>
            <a:endParaRPr lang="zh-CN" altLang="en-US"/>
          </a:p>
        </p:txBody>
      </p:sp>
      <p:sp>
        <p:nvSpPr>
          <p:cNvPr id="11" name="Freeform 6"/>
          <p:cNvSpPr/>
          <p:nvPr userDrawn="1"/>
        </p:nvSpPr>
        <p:spPr bwMode="auto">
          <a:xfrm>
            <a:off x="1635527" y="1831915"/>
            <a:ext cx="3393978" cy="3387660"/>
          </a:xfrm>
          <a:custGeom>
            <a:avLst/>
            <a:gdLst>
              <a:gd name="T0" fmla="*/ 1096 w 2251"/>
              <a:gd name="T1" fmla="*/ 2235 h 2251"/>
              <a:gd name="T2" fmla="*/ 16 w 2251"/>
              <a:gd name="T3" fmla="*/ 1155 h 2251"/>
              <a:gd name="T4" fmla="*/ 16 w 2251"/>
              <a:gd name="T5" fmla="*/ 1096 h 2251"/>
              <a:gd name="T6" fmla="*/ 1096 w 2251"/>
              <a:gd name="T7" fmla="*/ 16 h 2251"/>
              <a:gd name="T8" fmla="*/ 1155 w 2251"/>
              <a:gd name="T9" fmla="*/ 16 h 2251"/>
              <a:gd name="T10" fmla="*/ 2235 w 2251"/>
              <a:gd name="T11" fmla="*/ 1096 h 2251"/>
              <a:gd name="T12" fmla="*/ 2235 w 2251"/>
              <a:gd name="T13" fmla="*/ 1155 h 2251"/>
              <a:gd name="T14" fmla="*/ 1155 w 2251"/>
              <a:gd name="T15" fmla="*/ 2235 h 2251"/>
              <a:gd name="T16" fmla="*/ 1096 w 2251"/>
              <a:gd name="T17" fmla="*/ 2235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1" h="2251">
                <a:moveTo>
                  <a:pt x="1096" y="2235"/>
                </a:moveTo>
                <a:cubicBezTo>
                  <a:pt x="16" y="1155"/>
                  <a:pt x="16" y="1155"/>
                  <a:pt x="16" y="1155"/>
                </a:cubicBezTo>
                <a:cubicBezTo>
                  <a:pt x="0" y="1139"/>
                  <a:pt x="0" y="1112"/>
                  <a:pt x="16" y="1096"/>
                </a:cubicBezTo>
                <a:cubicBezTo>
                  <a:pt x="1096" y="16"/>
                  <a:pt x="1096" y="16"/>
                  <a:pt x="1096" y="16"/>
                </a:cubicBezTo>
                <a:cubicBezTo>
                  <a:pt x="1112" y="0"/>
                  <a:pt x="1139" y="0"/>
                  <a:pt x="1155" y="16"/>
                </a:cubicBezTo>
                <a:cubicBezTo>
                  <a:pt x="2235" y="1096"/>
                  <a:pt x="2235" y="1096"/>
                  <a:pt x="2235" y="1096"/>
                </a:cubicBezTo>
                <a:cubicBezTo>
                  <a:pt x="2251" y="1112"/>
                  <a:pt x="2251" y="1139"/>
                  <a:pt x="2235" y="1155"/>
                </a:cubicBezTo>
                <a:cubicBezTo>
                  <a:pt x="1155" y="2235"/>
                  <a:pt x="1155" y="2235"/>
                  <a:pt x="1155" y="2235"/>
                </a:cubicBezTo>
                <a:cubicBezTo>
                  <a:pt x="1139" y="2251"/>
                  <a:pt x="1112" y="2251"/>
                  <a:pt x="1096" y="223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13" name="图形 12"/>
          <p:cNvPicPr>
            <a:picLocks noChangeAspect="1"/>
          </p:cNvPicPr>
          <p:nvPr userDrawn="1"/>
        </p:nvPicPr>
        <p:blipFill>
          <a:blip r:embed="rId3" cstate="screen"/>
          <a:srcRect/>
          <a:stretch>
            <a:fillRect/>
          </a:stretch>
        </p:blipFill>
        <p:spPr>
          <a:xfrm>
            <a:off x="-1153" y="4659642"/>
            <a:ext cx="691715" cy="1381125"/>
          </a:xfrm>
          <a:custGeom>
            <a:avLst/>
            <a:gdLst>
              <a:gd name="connsiteX0" fmla="*/ 0 w 691715"/>
              <a:gd name="connsiteY0" fmla="*/ 0 h 1381125"/>
              <a:gd name="connsiteX1" fmla="*/ 691715 w 691715"/>
              <a:gd name="connsiteY1" fmla="*/ 0 h 1381125"/>
              <a:gd name="connsiteX2" fmla="*/ 691715 w 691715"/>
              <a:gd name="connsiteY2" fmla="*/ 1381125 h 1381125"/>
              <a:gd name="connsiteX3" fmla="*/ 0 w 691715"/>
              <a:gd name="connsiteY3" fmla="*/ 1381125 h 1381125"/>
            </a:gdLst>
            <a:ahLst/>
            <a:cxnLst>
              <a:cxn ang="0">
                <a:pos x="connsiteX0" y="connsiteY0"/>
              </a:cxn>
              <a:cxn ang="0">
                <a:pos x="connsiteX1" y="connsiteY1"/>
              </a:cxn>
              <a:cxn ang="0">
                <a:pos x="connsiteX2" y="connsiteY2"/>
              </a:cxn>
              <a:cxn ang="0">
                <a:pos x="connsiteX3" y="connsiteY3"/>
              </a:cxn>
            </a:cxnLst>
            <a:rect l="l" t="t" r="r" b="b"/>
            <a:pathLst>
              <a:path w="691715" h="1381125">
                <a:moveTo>
                  <a:pt x="0" y="0"/>
                </a:moveTo>
                <a:lnTo>
                  <a:pt x="691715" y="0"/>
                </a:lnTo>
                <a:lnTo>
                  <a:pt x="691715" y="1381125"/>
                </a:lnTo>
                <a:lnTo>
                  <a:pt x="0" y="1381125"/>
                </a:lnTo>
                <a:close/>
              </a:path>
            </a:pathLst>
          </a:custGeom>
        </p:spPr>
      </p:pic>
      <p:sp>
        <p:nvSpPr>
          <p:cNvPr id="5" name="Oval 5"/>
          <p:cNvSpPr>
            <a:spLocks noChangeArrowheads="1"/>
          </p:cNvSpPr>
          <p:nvPr userDrawn="1"/>
        </p:nvSpPr>
        <p:spPr bwMode="auto">
          <a:xfrm>
            <a:off x="6665032" y="1067026"/>
            <a:ext cx="768350" cy="764889"/>
          </a:xfrm>
          <a:prstGeom prst="ellipse">
            <a:avLst/>
          </a:prstGeom>
          <a:noFill/>
          <a:ln w="95250" cap="flat">
            <a:solidFill>
              <a:srgbClr val="384B9A"/>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489D9C7-5DC6-4263-87FF-7C99F6FB63C3}" type="datetime1">
              <a:rPr lang="zh-CN" altLang="en-US" smtClean="0"/>
              <a:t>2021/12/16</a:t>
            </a:fld>
            <a:endParaRPr lang="zh-CN" altLang="en-US"/>
          </a:p>
        </p:txBody>
      </p:sp>
      <p:sp>
        <p:nvSpPr>
          <p:cNvPr id="4" name="页脚占位符 3"/>
          <p:cNvSpPr>
            <a:spLocks noGrp="1"/>
          </p:cNvSpPr>
          <p:nvPr>
            <p:ph type="ftr" sz="quarter" idx="11"/>
          </p:nvPr>
        </p:nvSpPr>
        <p:spPr/>
        <p:txBody>
          <a:bodyPr/>
          <a:lstStyle/>
          <a:p>
            <a:r>
              <a:rPr lang="en-US" altLang="zh-CN" dirty="0"/>
              <a:t>www.1ppt.com</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a:prstGeom prst="rect">
            <a:avLst/>
          </a:prstGeo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6489D9C7-5DC6-4263-87FF-7C99F6FB63C3}" type="datetime1">
              <a:rPr lang="zh-CN" altLang="en-US" smtClean="0"/>
              <a:t>2021/12/16</a:t>
            </a:fld>
            <a:endParaRPr lang="zh-CN" altLang="en-US"/>
          </a:p>
        </p:txBody>
      </p:sp>
      <p:sp>
        <p:nvSpPr>
          <p:cNvPr id="4" name="Footer Placeholder 3"/>
          <p:cNvSpPr>
            <a:spLocks noGrp="1"/>
          </p:cNvSpPr>
          <p:nvPr>
            <p:ph type="ftr" sz="quarter" idx="11"/>
          </p:nvPr>
        </p:nvSpPr>
        <p:spPr/>
        <p:txBody>
          <a:bodyPr/>
          <a:lstStyle/>
          <a:p>
            <a:r>
              <a:rPr lang="en-US" altLang="zh-CN" dirty="0"/>
              <a:t>www.1ppt.com</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7" name="图形 16"/>
          <p:cNvPicPr>
            <a:picLocks noChangeAspect="1"/>
          </p:cNvPicPr>
          <p:nvPr userDrawn="1"/>
        </p:nvPicPr>
        <p:blipFill>
          <a:blip r:embed="rId2" cstate="screen"/>
          <a:stretch>
            <a:fillRect/>
          </a:stretch>
        </p:blipFill>
        <p:spPr>
          <a:xfrm>
            <a:off x="0" y="0"/>
            <a:ext cx="12192000" cy="6858000"/>
          </a:xfrm>
          <a:prstGeom prst="rect">
            <a:avLst/>
          </a:prstGeom>
        </p:spPr>
      </p:pic>
      <p:sp>
        <p:nvSpPr>
          <p:cNvPr id="13" name="标题 1"/>
          <p:cNvSpPr>
            <a:spLocks noGrp="1"/>
          </p:cNvSpPr>
          <p:nvPr userDrawn="1">
            <p:ph type="ctrTitle" hasCustomPrompt="1"/>
          </p:nvPr>
        </p:nvSpPr>
        <p:spPr>
          <a:xfrm>
            <a:off x="1690989" y="2042535"/>
            <a:ext cx="5426076" cy="1621509"/>
          </a:xfrm>
          <a:prstGeom prst="rect">
            <a:avLst/>
          </a:prstGeom>
        </p:spPr>
        <p:txBody>
          <a:bodyPr anchor="b">
            <a:normAutofit/>
          </a:bodyPr>
          <a:lstStyle>
            <a:lvl1pPr marL="0" indent="0" algn="l">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1690989" y="4348771"/>
            <a:ext cx="5426076" cy="310871"/>
          </a:xfrm>
          <a:prstGeom prst="rect">
            <a:avLst/>
          </a:prstGeom>
        </p:spPr>
        <p:txBody>
          <a:bodyPr vert="horz" lIns="91440" tIns="45720" rIns="91440" bIns="45720"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1690990" y="4052500"/>
            <a:ext cx="5426076" cy="296271"/>
          </a:xfrm>
          <a:prstGeom prst="rect">
            <a:avLst/>
          </a:prstGeom>
        </p:spPr>
        <p:txBody>
          <a:bodyPr vert="horz"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pic>
        <p:nvPicPr>
          <p:cNvPr id="10" name="图形 9"/>
          <p:cNvPicPr>
            <a:picLocks noChangeAspect="1"/>
          </p:cNvPicPr>
          <p:nvPr userDrawn="1"/>
        </p:nvPicPr>
        <p:blipFill>
          <a:blip r:embed="rId3" cstate="screen"/>
          <a:srcRect/>
          <a:stretch>
            <a:fillRect/>
          </a:stretch>
        </p:blipFill>
        <p:spPr>
          <a:xfrm>
            <a:off x="1" y="4659642"/>
            <a:ext cx="690561" cy="1381125"/>
          </a:xfrm>
          <a:custGeom>
            <a:avLst/>
            <a:gdLst>
              <a:gd name="connsiteX0" fmla="*/ 0 w 690561"/>
              <a:gd name="connsiteY0" fmla="*/ 0 h 1381125"/>
              <a:gd name="connsiteX1" fmla="*/ 690561 w 690561"/>
              <a:gd name="connsiteY1" fmla="*/ 0 h 1381125"/>
              <a:gd name="connsiteX2" fmla="*/ 690561 w 690561"/>
              <a:gd name="connsiteY2" fmla="*/ 1381125 h 1381125"/>
              <a:gd name="connsiteX3" fmla="*/ 0 w 690561"/>
              <a:gd name="connsiteY3" fmla="*/ 1381125 h 1381125"/>
            </a:gdLst>
            <a:ahLst/>
            <a:cxnLst>
              <a:cxn ang="0">
                <a:pos x="connsiteX0" y="connsiteY0"/>
              </a:cxn>
              <a:cxn ang="0">
                <a:pos x="connsiteX1" y="connsiteY1"/>
              </a:cxn>
              <a:cxn ang="0">
                <a:pos x="connsiteX2" y="connsiteY2"/>
              </a:cxn>
              <a:cxn ang="0">
                <a:pos x="connsiteX3" y="connsiteY3"/>
              </a:cxn>
            </a:cxnLst>
            <a:rect l="l" t="t" r="r" b="b"/>
            <a:pathLst>
              <a:path w="690561" h="1381125">
                <a:moveTo>
                  <a:pt x="0" y="0"/>
                </a:moveTo>
                <a:lnTo>
                  <a:pt x="690561" y="0"/>
                </a:lnTo>
                <a:lnTo>
                  <a:pt x="690561" y="1381125"/>
                </a:lnTo>
                <a:lnTo>
                  <a:pt x="0" y="1381125"/>
                </a:lnTo>
                <a:close/>
              </a:path>
            </a:pathLst>
          </a:custGeom>
        </p:spPr>
      </p:pic>
      <p:pic>
        <p:nvPicPr>
          <p:cNvPr id="19" name="图形 18"/>
          <p:cNvPicPr>
            <a:picLocks noChangeAspect="1"/>
          </p:cNvPicPr>
          <p:nvPr userDrawn="1"/>
        </p:nvPicPr>
        <p:blipFill>
          <a:blip r:embed="rId4" cstate="screen"/>
          <a:stretch>
            <a:fillRect/>
          </a:stretch>
        </p:blipFill>
        <p:spPr>
          <a:xfrm>
            <a:off x="9253537" y="2618245"/>
            <a:ext cx="2306236" cy="2306236"/>
          </a:xfrm>
          <a:prstGeom prst="rect">
            <a:avLst/>
          </a:prstGeom>
        </p:spPr>
      </p:pic>
      <p:pic>
        <p:nvPicPr>
          <p:cNvPr id="20" name="图形 19"/>
          <p:cNvPicPr>
            <a:picLocks noChangeAspect="1"/>
          </p:cNvPicPr>
          <p:nvPr userDrawn="1"/>
        </p:nvPicPr>
        <p:blipFill>
          <a:blip r:embed="rId5" cstate="screen"/>
          <a:stretch>
            <a:fillRect/>
          </a:stretch>
        </p:blipFill>
        <p:spPr>
          <a:xfrm>
            <a:off x="8194775" y="1943099"/>
            <a:ext cx="2306236" cy="2306236"/>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Main Slide copy 27">
    <p:spTree>
      <p:nvGrpSpPr>
        <p:cNvPr id="1" name=""/>
        <p:cNvGrpSpPr/>
        <p:nvPr/>
      </p:nvGrpSpPr>
      <p:grpSpPr>
        <a:xfrm>
          <a:off x="0" y="0"/>
          <a:ext cx="0" cy="0"/>
          <a:chOff x="0" y="0"/>
          <a:chExt cx="0" cy="0"/>
        </a:xfrm>
      </p:grpSpPr>
      <p:sp>
        <p:nvSpPr>
          <p:cNvPr id="661"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15" name="Picture Placeholder 14"/>
          <p:cNvSpPr>
            <a:spLocks noGrp="1"/>
          </p:cNvSpPr>
          <p:nvPr>
            <p:ph type="pic" sz="quarter" idx="11" hasCustomPrompt="1"/>
          </p:nvPr>
        </p:nvSpPr>
        <p:spPr>
          <a:xfrm>
            <a:off x="4064000" y="3429000"/>
            <a:ext cx="4064000" cy="3429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14" name="Picture Placeholder 13"/>
          <p:cNvSpPr>
            <a:spLocks noGrp="1"/>
          </p:cNvSpPr>
          <p:nvPr>
            <p:ph type="pic" sz="quarter" idx="18" hasCustomPrompt="1"/>
          </p:nvPr>
        </p:nvSpPr>
        <p:spPr>
          <a:xfrm>
            <a:off x="0" y="3429000"/>
            <a:ext cx="4064000" cy="3429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16" name="Picture Placeholder 15"/>
          <p:cNvSpPr>
            <a:spLocks noGrp="1"/>
          </p:cNvSpPr>
          <p:nvPr>
            <p:ph type="pic" sz="quarter" idx="35" hasCustomPrompt="1"/>
          </p:nvPr>
        </p:nvSpPr>
        <p:spPr>
          <a:xfrm>
            <a:off x="8128000" y="3429000"/>
            <a:ext cx="4064000" cy="3429000"/>
          </a:xfrm>
          <a:custGeom>
            <a:avLst/>
            <a:gdLst>
              <a:gd name="connsiteX0" fmla="*/ 0 w 8128000"/>
              <a:gd name="connsiteY0" fmla="*/ 0 h 6858000"/>
              <a:gd name="connsiteX1" fmla="*/ 8128000 w 8128000"/>
              <a:gd name="connsiteY1" fmla="*/ 0 h 6858000"/>
              <a:gd name="connsiteX2" fmla="*/ 8128000 w 8128000"/>
              <a:gd name="connsiteY2" fmla="*/ 6858000 h 6858000"/>
              <a:gd name="connsiteX3" fmla="*/ 0 w 8128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28000" h="6858000">
                <a:moveTo>
                  <a:pt x="0" y="0"/>
                </a:moveTo>
                <a:lnTo>
                  <a:pt x="8128000" y="0"/>
                </a:lnTo>
                <a:lnTo>
                  <a:pt x="8128000" y="6858000"/>
                </a:lnTo>
                <a:lnTo>
                  <a:pt x="0" y="6858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Main Slide copy 28">
    <p:spTree>
      <p:nvGrpSpPr>
        <p:cNvPr id="1" name=""/>
        <p:cNvGrpSpPr/>
        <p:nvPr/>
      </p:nvGrpSpPr>
      <p:grpSpPr>
        <a:xfrm>
          <a:off x="0" y="0"/>
          <a:ext cx="0" cy="0"/>
          <a:chOff x="0" y="0"/>
          <a:chExt cx="0" cy="0"/>
        </a:xfrm>
      </p:grpSpPr>
      <p:sp>
        <p:nvSpPr>
          <p:cNvPr id="673"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25" name="Picture Placeholder 24"/>
          <p:cNvSpPr>
            <a:spLocks noGrp="1"/>
          </p:cNvSpPr>
          <p:nvPr>
            <p:ph type="pic" sz="quarter" idx="11" hasCustomPrompt="1"/>
          </p:nvPr>
        </p:nvSpPr>
        <p:spPr>
          <a:xfrm>
            <a:off x="24384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24" name="Picture Placeholder 23"/>
          <p:cNvSpPr>
            <a:spLocks noGrp="1"/>
          </p:cNvSpPr>
          <p:nvPr>
            <p:ph type="pic" sz="quarter" idx="35" hasCustomPrompt="1"/>
          </p:nvPr>
        </p:nvSpPr>
        <p:spPr>
          <a:xfrm>
            <a:off x="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27" name="Picture Placeholder 26"/>
          <p:cNvSpPr>
            <a:spLocks noGrp="1"/>
          </p:cNvSpPr>
          <p:nvPr>
            <p:ph type="pic" sz="quarter" idx="36" hasCustomPrompt="1"/>
          </p:nvPr>
        </p:nvSpPr>
        <p:spPr>
          <a:xfrm>
            <a:off x="73152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26" name="Picture Placeholder 25"/>
          <p:cNvSpPr>
            <a:spLocks noGrp="1"/>
          </p:cNvSpPr>
          <p:nvPr>
            <p:ph type="pic" sz="quarter" idx="37" hasCustomPrompt="1"/>
          </p:nvPr>
        </p:nvSpPr>
        <p:spPr>
          <a:xfrm>
            <a:off x="48768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28" name="Picture Placeholder 27"/>
          <p:cNvSpPr>
            <a:spLocks noGrp="1"/>
          </p:cNvSpPr>
          <p:nvPr>
            <p:ph type="pic" sz="quarter" idx="38" hasCustomPrompt="1"/>
          </p:nvPr>
        </p:nvSpPr>
        <p:spPr>
          <a:xfrm>
            <a:off x="9753600" y="1013023"/>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Main Slide copy 29">
    <p:spTree>
      <p:nvGrpSpPr>
        <p:cNvPr id="1" name=""/>
        <p:cNvGrpSpPr/>
        <p:nvPr/>
      </p:nvGrpSpPr>
      <p:grpSpPr>
        <a:xfrm>
          <a:off x="0" y="0"/>
          <a:ext cx="0" cy="0"/>
          <a:chOff x="0" y="0"/>
          <a:chExt cx="0" cy="0"/>
        </a:xfrm>
      </p:grpSpPr>
      <p:sp>
        <p:nvSpPr>
          <p:cNvPr id="698"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38" name="Picture Placeholder 37"/>
          <p:cNvSpPr>
            <a:spLocks noGrp="1"/>
          </p:cNvSpPr>
          <p:nvPr>
            <p:ph type="pic" sz="quarter" idx="11" hasCustomPrompt="1"/>
          </p:nvPr>
        </p:nvSpPr>
        <p:spPr>
          <a:xfrm>
            <a:off x="7315200" y="2210561"/>
            <a:ext cx="2438400" cy="2436877"/>
          </a:xfrm>
          <a:custGeom>
            <a:avLst/>
            <a:gdLst>
              <a:gd name="connsiteX0" fmla="*/ 0 w 4876800"/>
              <a:gd name="connsiteY0" fmla="*/ 0 h 4873754"/>
              <a:gd name="connsiteX1" fmla="*/ 4876800 w 4876800"/>
              <a:gd name="connsiteY1" fmla="*/ 0 h 4873754"/>
              <a:gd name="connsiteX2" fmla="*/ 4876800 w 4876800"/>
              <a:gd name="connsiteY2" fmla="*/ 4873754 h 4873754"/>
              <a:gd name="connsiteX3" fmla="*/ 0 w 4876800"/>
              <a:gd name="connsiteY3" fmla="*/ 4873754 h 4873754"/>
            </a:gdLst>
            <a:ahLst/>
            <a:cxnLst>
              <a:cxn ang="0">
                <a:pos x="connsiteX0" y="connsiteY0"/>
              </a:cxn>
              <a:cxn ang="0">
                <a:pos x="connsiteX1" y="connsiteY1"/>
              </a:cxn>
              <a:cxn ang="0">
                <a:pos x="connsiteX2" y="connsiteY2"/>
              </a:cxn>
              <a:cxn ang="0">
                <a:pos x="connsiteX3" y="connsiteY3"/>
              </a:cxn>
            </a:cxnLst>
            <a:rect l="l" t="t" r="r" b="b"/>
            <a:pathLst>
              <a:path w="4876800" h="4873754">
                <a:moveTo>
                  <a:pt x="0" y="0"/>
                </a:moveTo>
                <a:lnTo>
                  <a:pt x="4876800" y="0"/>
                </a:lnTo>
                <a:lnTo>
                  <a:pt x="4876800" y="4873754"/>
                </a:lnTo>
                <a:lnTo>
                  <a:pt x="0" y="4873754"/>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37" name="Picture Placeholder 36"/>
          <p:cNvSpPr>
            <a:spLocks noGrp="1"/>
          </p:cNvSpPr>
          <p:nvPr>
            <p:ph type="pic" sz="quarter" idx="35" hasCustomPrompt="1"/>
          </p:nvPr>
        </p:nvSpPr>
        <p:spPr>
          <a:xfrm>
            <a:off x="4876800" y="2210561"/>
            <a:ext cx="2438400" cy="2436877"/>
          </a:xfrm>
          <a:custGeom>
            <a:avLst/>
            <a:gdLst>
              <a:gd name="connsiteX0" fmla="*/ 0 w 4876800"/>
              <a:gd name="connsiteY0" fmla="*/ 0 h 4873754"/>
              <a:gd name="connsiteX1" fmla="*/ 4876800 w 4876800"/>
              <a:gd name="connsiteY1" fmla="*/ 0 h 4873754"/>
              <a:gd name="connsiteX2" fmla="*/ 4876800 w 4876800"/>
              <a:gd name="connsiteY2" fmla="*/ 4873754 h 4873754"/>
              <a:gd name="connsiteX3" fmla="*/ 0 w 4876800"/>
              <a:gd name="connsiteY3" fmla="*/ 4873754 h 4873754"/>
            </a:gdLst>
            <a:ahLst/>
            <a:cxnLst>
              <a:cxn ang="0">
                <a:pos x="connsiteX0" y="connsiteY0"/>
              </a:cxn>
              <a:cxn ang="0">
                <a:pos x="connsiteX1" y="connsiteY1"/>
              </a:cxn>
              <a:cxn ang="0">
                <a:pos x="connsiteX2" y="connsiteY2"/>
              </a:cxn>
              <a:cxn ang="0">
                <a:pos x="connsiteX3" y="connsiteY3"/>
              </a:cxn>
            </a:cxnLst>
            <a:rect l="l" t="t" r="r" b="b"/>
            <a:pathLst>
              <a:path w="4876800" h="4873754">
                <a:moveTo>
                  <a:pt x="0" y="0"/>
                </a:moveTo>
                <a:lnTo>
                  <a:pt x="4876800" y="0"/>
                </a:lnTo>
                <a:lnTo>
                  <a:pt x="4876800" y="4873754"/>
                </a:lnTo>
                <a:lnTo>
                  <a:pt x="0" y="4873754"/>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39" name="Picture Placeholder 38"/>
          <p:cNvSpPr>
            <a:spLocks noGrp="1"/>
          </p:cNvSpPr>
          <p:nvPr>
            <p:ph type="pic" sz="quarter" idx="36" hasCustomPrompt="1"/>
          </p:nvPr>
        </p:nvSpPr>
        <p:spPr>
          <a:xfrm>
            <a:off x="9753599" y="2210561"/>
            <a:ext cx="2438401" cy="2436877"/>
          </a:xfrm>
          <a:custGeom>
            <a:avLst/>
            <a:gdLst>
              <a:gd name="connsiteX0" fmla="*/ 0 w 4876802"/>
              <a:gd name="connsiteY0" fmla="*/ 0 h 4873754"/>
              <a:gd name="connsiteX1" fmla="*/ 4876802 w 4876802"/>
              <a:gd name="connsiteY1" fmla="*/ 0 h 4873754"/>
              <a:gd name="connsiteX2" fmla="*/ 4876802 w 4876802"/>
              <a:gd name="connsiteY2" fmla="*/ 4873754 h 4873754"/>
              <a:gd name="connsiteX3" fmla="*/ 0 w 4876802"/>
              <a:gd name="connsiteY3" fmla="*/ 4873754 h 4873754"/>
            </a:gdLst>
            <a:ahLst/>
            <a:cxnLst>
              <a:cxn ang="0">
                <a:pos x="connsiteX0" y="connsiteY0"/>
              </a:cxn>
              <a:cxn ang="0">
                <a:pos x="connsiteX1" y="connsiteY1"/>
              </a:cxn>
              <a:cxn ang="0">
                <a:pos x="connsiteX2" y="connsiteY2"/>
              </a:cxn>
              <a:cxn ang="0">
                <a:pos x="connsiteX3" y="connsiteY3"/>
              </a:cxn>
            </a:cxnLst>
            <a:rect l="l" t="t" r="r" b="b"/>
            <a:pathLst>
              <a:path w="4876802" h="4873754">
                <a:moveTo>
                  <a:pt x="0" y="0"/>
                </a:moveTo>
                <a:lnTo>
                  <a:pt x="4876802" y="0"/>
                </a:lnTo>
                <a:lnTo>
                  <a:pt x="4876802" y="4873754"/>
                </a:lnTo>
                <a:lnTo>
                  <a:pt x="0" y="4873754"/>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Main Slide copy 33">
    <p:spTree>
      <p:nvGrpSpPr>
        <p:cNvPr id="1" name=""/>
        <p:cNvGrpSpPr/>
        <p:nvPr/>
      </p:nvGrpSpPr>
      <p:grpSpPr>
        <a:xfrm>
          <a:off x="0" y="0"/>
          <a:ext cx="0" cy="0"/>
          <a:chOff x="0" y="0"/>
          <a:chExt cx="0" cy="0"/>
        </a:xfrm>
      </p:grpSpPr>
      <p:sp>
        <p:nvSpPr>
          <p:cNvPr id="793"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57" name="Picture Placeholder 56"/>
          <p:cNvSpPr>
            <a:spLocks noGrp="1"/>
          </p:cNvSpPr>
          <p:nvPr>
            <p:ph type="pic" sz="quarter" idx="11" hasCustomPrompt="1"/>
          </p:nvPr>
        </p:nvSpPr>
        <p:spPr>
          <a:xfrm>
            <a:off x="2140262" y="2606618"/>
            <a:ext cx="1016001" cy="1016001"/>
          </a:xfrm>
          <a:custGeom>
            <a:avLst/>
            <a:gdLst>
              <a:gd name="connsiteX0" fmla="*/ 1016001 w 2032001"/>
              <a:gd name="connsiteY0" fmla="*/ 0 h 2032001"/>
              <a:gd name="connsiteX1" fmla="*/ 2032001 w 2032001"/>
              <a:gd name="connsiteY1" fmla="*/ 1016001 h 2032001"/>
              <a:gd name="connsiteX2" fmla="*/ 1016001 w 2032001"/>
              <a:gd name="connsiteY2" fmla="*/ 2032001 h 2032001"/>
              <a:gd name="connsiteX3" fmla="*/ 0 w 2032001"/>
              <a:gd name="connsiteY3" fmla="*/ 1016001 h 2032001"/>
              <a:gd name="connsiteX4" fmla="*/ 1016001 w 2032001"/>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1" h="2032001">
                <a:moveTo>
                  <a:pt x="1016001" y="0"/>
                </a:moveTo>
                <a:cubicBezTo>
                  <a:pt x="1577153" y="0"/>
                  <a:pt x="2032001" y="454848"/>
                  <a:pt x="2032001" y="1016001"/>
                </a:cubicBezTo>
                <a:cubicBezTo>
                  <a:pt x="2032001" y="1577153"/>
                  <a:pt x="1577153" y="2032001"/>
                  <a:pt x="1016001" y="2032001"/>
                </a:cubicBezTo>
                <a:cubicBezTo>
                  <a:pt x="454849" y="2032001"/>
                  <a:pt x="0" y="1577153"/>
                  <a:pt x="0" y="1016001"/>
                </a:cubicBezTo>
                <a:cubicBezTo>
                  <a:pt x="0" y="454848"/>
                  <a:pt x="454849" y="0"/>
                  <a:pt x="1016001"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58" name="Picture Placeholder 57"/>
          <p:cNvSpPr>
            <a:spLocks noGrp="1"/>
          </p:cNvSpPr>
          <p:nvPr>
            <p:ph type="pic" sz="quarter" idx="68" hasCustomPrompt="1"/>
          </p:nvPr>
        </p:nvSpPr>
        <p:spPr>
          <a:xfrm>
            <a:off x="4438754" y="2606618"/>
            <a:ext cx="1016001" cy="1016001"/>
          </a:xfrm>
          <a:custGeom>
            <a:avLst/>
            <a:gdLst>
              <a:gd name="connsiteX0" fmla="*/ 1016001 w 2032001"/>
              <a:gd name="connsiteY0" fmla="*/ 0 h 2032001"/>
              <a:gd name="connsiteX1" fmla="*/ 2032001 w 2032001"/>
              <a:gd name="connsiteY1" fmla="*/ 1016001 h 2032001"/>
              <a:gd name="connsiteX2" fmla="*/ 1016001 w 2032001"/>
              <a:gd name="connsiteY2" fmla="*/ 2032001 h 2032001"/>
              <a:gd name="connsiteX3" fmla="*/ 0 w 2032001"/>
              <a:gd name="connsiteY3" fmla="*/ 1016001 h 2032001"/>
              <a:gd name="connsiteX4" fmla="*/ 1016001 w 2032001"/>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1" h="2032001">
                <a:moveTo>
                  <a:pt x="1016001" y="0"/>
                </a:moveTo>
                <a:cubicBezTo>
                  <a:pt x="1577153" y="0"/>
                  <a:pt x="2032001" y="454848"/>
                  <a:pt x="2032001" y="1016001"/>
                </a:cubicBezTo>
                <a:cubicBezTo>
                  <a:pt x="2032001" y="1577153"/>
                  <a:pt x="1577153" y="2032001"/>
                  <a:pt x="1016001" y="2032001"/>
                </a:cubicBezTo>
                <a:cubicBezTo>
                  <a:pt x="454848" y="2032001"/>
                  <a:pt x="0" y="1577153"/>
                  <a:pt x="0" y="1016001"/>
                </a:cubicBezTo>
                <a:cubicBezTo>
                  <a:pt x="0" y="454848"/>
                  <a:pt x="454848" y="0"/>
                  <a:pt x="1016001"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59" name="Picture Placeholder 58"/>
          <p:cNvSpPr>
            <a:spLocks noGrp="1"/>
          </p:cNvSpPr>
          <p:nvPr>
            <p:ph type="pic" sz="quarter" idx="69" hasCustomPrompt="1"/>
          </p:nvPr>
        </p:nvSpPr>
        <p:spPr>
          <a:xfrm>
            <a:off x="6737246" y="2606618"/>
            <a:ext cx="1016001" cy="1016001"/>
          </a:xfrm>
          <a:custGeom>
            <a:avLst/>
            <a:gdLst>
              <a:gd name="connsiteX0" fmla="*/ 1016001 w 2032001"/>
              <a:gd name="connsiteY0" fmla="*/ 0 h 2032001"/>
              <a:gd name="connsiteX1" fmla="*/ 2032001 w 2032001"/>
              <a:gd name="connsiteY1" fmla="*/ 1016001 h 2032001"/>
              <a:gd name="connsiteX2" fmla="*/ 1016001 w 2032001"/>
              <a:gd name="connsiteY2" fmla="*/ 2032001 h 2032001"/>
              <a:gd name="connsiteX3" fmla="*/ 0 w 2032001"/>
              <a:gd name="connsiteY3" fmla="*/ 1016001 h 2032001"/>
              <a:gd name="connsiteX4" fmla="*/ 1016001 w 2032001"/>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1" h="2032001">
                <a:moveTo>
                  <a:pt x="1016001" y="0"/>
                </a:moveTo>
                <a:cubicBezTo>
                  <a:pt x="1577153" y="0"/>
                  <a:pt x="2032001" y="454848"/>
                  <a:pt x="2032001" y="1016001"/>
                </a:cubicBezTo>
                <a:cubicBezTo>
                  <a:pt x="2032001" y="1577153"/>
                  <a:pt x="1577153" y="2032001"/>
                  <a:pt x="1016001" y="2032001"/>
                </a:cubicBezTo>
                <a:cubicBezTo>
                  <a:pt x="454848" y="2032001"/>
                  <a:pt x="0" y="1577153"/>
                  <a:pt x="0" y="1016001"/>
                </a:cubicBezTo>
                <a:cubicBezTo>
                  <a:pt x="0" y="454848"/>
                  <a:pt x="454848" y="0"/>
                  <a:pt x="1016001"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60" name="Picture Placeholder 59"/>
          <p:cNvSpPr>
            <a:spLocks noGrp="1"/>
          </p:cNvSpPr>
          <p:nvPr>
            <p:ph type="pic" sz="quarter" idx="70" hasCustomPrompt="1"/>
          </p:nvPr>
        </p:nvSpPr>
        <p:spPr>
          <a:xfrm>
            <a:off x="9035738" y="2606618"/>
            <a:ext cx="1016001" cy="1016001"/>
          </a:xfrm>
          <a:custGeom>
            <a:avLst/>
            <a:gdLst>
              <a:gd name="connsiteX0" fmla="*/ 1016002 w 2032002"/>
              <a:gd name="connsiteY0" fmla="*/ 0 h 2032001"/>
              <a:gd name="connsiteX1" fmla="*/ 2032002 w 2032002"/>
              <a:gd name="connsiteY1" fmla="*/ 1016001 h 2032001"/>
              <a:gd name="connsiteX2" fmla="*/ 1016002 w 2032002"/>
              <a:gd name="connsiteY2" fmla="*/ 2032001 h 2032001"/>
              <a:gd name="connsiteX3" fmla="*/ 0 w 2032002"/>
              <a:gd name="connsiteY3" fmla="*/ 1016001 h 2032001"/>
              <a:gd name="connsiteX4" fmla="*/ 1016002 w 2032002"/>
              <a:gd name="connsiteY4" fmla="*/ 0 h 203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2002" h="2032001">
                <a:moveTo>
                  <a:pt x="1016002" y="0"/>
                </a:moveTo>
                <a:cubicBezTo>
                  <a:pt x="1577154" y="0"/>
                  <a:pt x="2032002" y="454848"/>
                  <a:pt x="2032002" y="1016001"/>
                </a:cubicBezTo>
                <a:cubicBezTo>
                  <a:pt x="2032002" y="1577153"/>
                  <a:pt x="1577154" y="2032001"/>
                  <a:pt x="1016002" y="2032001"/>
                </a:cubicBezTo>
                <a:cubicBezTo>
                  <a:pt x="454850" y="2032001"/>
                  <a:pt x="0" y="1577153"/>
                  <a:pt x="0" y="1016001"/>
                </a:cubicBezTo>
                <a:cubicBezTo>
                  <a:pt x="0" y="454848"/>
                  <a:pt x="454850" y="0"/>
                  <a:pt x="1016002" y="0"/>
                </a:cubicBez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Main Slide copy 37">
    <p:spTree>
      <p:nvGrpSpPr>
        <p:cNvPr id="1" name=""/>
        <p:cNvGrpSpPr/>
        <p:nvPr/>
      </p:nvGrpSpPr>
      <p:grpSpPr>
        <a:xfrm>
          <a:off x="0" y="0"/>
          <a:ext cx="0" cy="0"/>
          <a:chOff x="0" y="0"/>
          <a:chExt cx="0" cy="0"/>
        </a:xfrm>
      </p:grpSpPr>
      <p:sp>
        <p:nvSpPr>
          <p:cNvPr id="896"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26" name="Picture Placeholder 25"/>
          <p:cNvSpPr>
            <a:spLocks noGrp="1"/>
          </p:cNvSpPr>
          <p:nvPr>
            <p:ph type="pic" sz="quarter" idx="11" hasCustomPrompt="1"/>
          </p:nvPr>
        </p:nvSpPr>
        <p:spPr>
          <a:xfrm>
            <a:off x="-1" y="0"/>
            <a:ext cx="4560175" cy="6858001"/>
          </a:xfrm>
          <a:custGeom>
            <a:avLst/>
            <a:gdLst>
              <a:gd name="connsiteX0" fmla="*/ 0 w 9120349"/>
              <a:gd name="connsiteY0" fmla="*/ 0 h 13716001"/>
              <a:gd name="connsiteX1" fmla="*/ 9120349 w 9120349"/>
              <a:gd name="connsiteY1" fmla="*/ 0 h 13716001"/>
              <a:gd name="connsiteX2" fmla="*/ 9120349 w 9120349"/>
              <a:gd name="connsiteY2" fmla="*/ 13716001 h 13716001"/>
              <a:gd name="connsiteX3" fmla="*/ 0 w 9120349"/>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9120349" h="13716001">
                <a:moveTo>
                  <a:pt x="0" y="0"/>
                </a:moveTo>
                <a:lnTo>
                  <a:pt x="9120349" y="0"/>
                </a:lnTo>
                <a:lnTo>
                  <a:pt x="9120349" y="13716001"/>
                </a:lnTo>
                <a:lnTo>
                  <a:pt x="0" y="1371600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Main Slide copy 40">
    <p:spTree>
      <p:nvGrpSpPr>
        <p:cNvPr id="1" name=""/>
        <p:cNvGrpSpPr/>
        <p:nvPr/>
      </p:nvGrpSpPr>
      <p:grpSpPr>
        <a:xfrm>
          <a:off x="0" y="0"/>
          <a:ext cx="0" cy="0"/>
          <a:chOff x="0" y="0"/>
          <a:chExt cx="0" cy="0"/>
        </a:xfrm>
      </p:grpSpPr>
      <p:sp>
        <p:nvSpPr>
          <p:cNvPr id="975"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33" name="Picture Placeholder 32"/>
          <p:cNvSpPr>
            <a:spLocks noGrp="1"/>
          </p:cNvSpPr>
          <p:nvPr>
            <p:ph type="pic" sz="quarter" idx="11" hasCustomPrompt="1"/>
          </p:nvPr>
        </p:nvSpPr>
        <p:spPr>
          <a:xfrm>
            <a:off x="48768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32" name="Picture Placeholder 31"/>
          <p:cNvSpPr>
            <a:spLocks noGrp="1"/>
          </p:cNvSpPr>
          <p:nvPr>
            <p:ph type="pic" sz="quarter" idx="35" hasCustomPrompt="1"/>
          </p:nvPr>
        </p:nvSpPr>
        <p:spPr>
          <a:xfrm>
            <a:off x="0" y="4421124"/>
            <a:ext cx="4876800" cy="2436877"/>
          </a:xfrm>
          <a:custGeom>
            <a:avLst/>
            <a:gdLst>
              <a:gd name="connsiteX0" fmla="*/ 0 w 9753600"/>
              <a:gd name="connsiteY0" fmla="*/ 0 h 4873753"/>
              <a:gd name="connsiteX1" fmla="*/ 9753600 w 9753600"/>
              <a:gd name="connsiteY1" fmla="*/ 0 h 4873753"/>
              <a:gd name="connsiteX2" fmla="*/ 9753600 w 9753600"/>
              <a:gd name="connsiteY2" fmla="*/ 4873753 h 4873753"/>
              <a:gd name="connsiteX3" fmla="*/ 0 w 97536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9753600" h="4873753">
                <a:moveTo>
                  <a:pt x="0" y="0"/>
                </a:moveTo>
                <a:lnTo>
                  <a:pt x="9753600" y="0"/>
                </a:lnTo>
                <a:lnTo>
                  <a:pt x="97536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35" name="Picture Placeholder 34"/>
          <p:cNvSpPr>
            <a:spLocks noGrp="1"/>
          </p:cNvSpPr>
          <p:nvPr>
            <p:ph type="pic" sz="quarter" idx="36" hasCustomPrompt="1"/>
          </p:nvPr>
        </p:nvSpPr>
        <p:spPr>
          <a:xfrm>
            <a:off x="97536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34" name="Picture Placeholder 33"/>
          <p:cNvSpPr>
            <a:spLocks noGrp="1"/>
          </p:cNvSpPr>
          <p:nvPr>
            <p:ph type="pic" sz="quarter" idx="37" hasCustomPrompt="1"/>
          </p:nvPr>
        </p:nvSpPr>
        <p:spPr>
          <a:xfrm>
            <a:off x="73152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Main Slide copy 40">
    <p:spTree>
      <p:nvGrpSpPr>
        <p:cNvPr id="1" name=""/>
        <p:cNvGrpSpPr/>
        <p:nvPr/>
      </p:nvGrpSpPr>
      <p:grpSpPr>
        <a:xfrm>
          <a:off x="0" y="0"/>
          <a:ext cx="0" cy="0"/>
          <a:chOff x="0" y="0"/>
          <a:chExt cx="0" cy="0"/>
        </a:xfrm>
      </p:grpSpPr>
      <p:sp>
        <p:nvSpPr>
          <p:cNvPr id="8" name="TextBox 7"/>
          <p:cNvSpPr txBox="1"/>
          <p:nvPr userDrawn="1"/>
        </p:nvSpPr>
        <p:spPr>
          <a:xfrm>
            <a:off x="5492733" y="6488953"/>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p>
        </p:txBody>
      </p:sp>
      <p:sp>
        <p:nvSpPr>
          <p:cNvPr id="975"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33" name="Picture Placeholder 32"/>
          <p:cNvSpPr>
            <a:spLocks noGrp="1"/>
          </p:cNvSpPr>
          <p:nvPr>
            <p:ph type="pic" sz="quarter" idx="11" hasCustomPrompt="1"/>
          </p:nvPr>
        </p:nvSpPr>
        <p:spPr>
          <a:xfrm>
            <a:off x="48768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32" name="Picture Placeholder 31"/>
          <p:cNvSpPr>
            <a:spLocks noGrp="1"/>
          </p:cNvSpPr>
          <p:nvPr>
            <p:ph type="pic" sz="quarter" idx="35" hasCustomPrompt="1"/>
          </p:nvPr>
        </p:nvSpPr>
        <p:spPr>
          <a:xfrm>
            <a:off x="0" y="4421124"/>
            <a:ext cx="4876800" cy="2436877"/>
          </a:xfrm>
          <a:custGeom>
            <a:avLst/>
            <a:gdLst>
              <a:gd name="connsiteX0" fmla="*/ 0 w 9753600"/>
              <a:gd name="connsiteY0" fmla="*/ 0 h 4873753"/>
              <a:gd name="connsiteX1" fmla="*/ 9753600 w 9753600"/>
              <a:gd name="connsiteY1" fmla="*/ 0 h 4873753"/>
              <a:gd name="connsiteX2" fmla="*/ 9753600 w 9753600"/>
              <a:gd name="connsiteY2" fmla="*/ 4873753 h 4873753"/>
              <a:gd name="connsiteX3" fmla="*/ 0 w 97536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9753600" h="4873753">
                <a:moveTo>
                  <a:pt x="0" y="0"/>
                </a:moveTo>
                <a:lnTo>
                  <a:pt x="9753600" y="0"/>
                </a:lnTo>
                <a:lnTo>
                  <a:pt x="97536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35" name="Picture Placeholder 34"/>
          <p:cNvSpPr>
            <a:spLocks noGrp="1"/>
          </p:cNvSpPr>
          <p:nvPr>
            <p:ph type="pic" sz="quarter" idx="36" hasCustomPrompt="1"/>
          </p:nvPr>
        </p:nvSpPr>
        <p:spPr>
          <a:xfrm>
            <a:off x="97536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34" name="Picture Placeholder 33"/>
          <p:cNvSpPr>
            <a:spLocks noGrp="1"/>
          </p:cNvSpPr>
          <p:nvPr>
            <p:ph type="pic" sz="quarter" idx="37" hasCustomPrompt="1"/>
          </p:nvPr>
        </p:nvSpPr>
        <p:spPr>
          <a:xfrm>
            <a:off x="7315200" y="4421124"/>
            <a:ext cx="2438400" cy="2436877"/>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Main Slide copy 41">
    <p:spTree>
      <p:nvGrpSpPr>
        <p:cNvPr id="1" name=""/>
        <p:cNvGrpSpPr/>
        <p:nvPr/>
      </p:nvGrpSpPr>
      <p:grpSpPr>
        <a:xfrm>
          <a:off x="0" y="0"/>
          <a:ext cx="0" cy="0"/>
          <a:chOff x="0" y="0"/>
          <a:chExt cx="0" cy="0"/>
        </a:xfrm>
      </p:grpSpPr>
      <p:sp>
        <p:nvSpPr>
          <p:cNvPr id="1001"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23" name="Picture Placeholder 22"/>
          <p:cNvSpPr>
            <a:spLocks noGrp="1"/>
          </p:cNvSpPr>
          <p:nvPr>
            <p:ph type="pic" sz="quarter" idx="11" hasCustomPrompt="1"/>
          </p:nvPr>
        </p:nvSpPr>
        <p:spPr>
          <a:xfrm>
            <a:off x="7315200" y="3429000"/>
            <a:ext cx="2438400" cy="2413000"/>
          </a:xfrm>
          <a:custGeom>
            <a:avLst/>
            <a:gdLst>
              <a:gd name="connsiteX0" fmla="*/ 0 w 4876800"/>
              <a:gd name="connsiteY0" fmla="*/ 0 h 4826000"/>
              <a:gd name="connsiteX1" fmla="*/ 4876800 w 4876800"/>
              <a:gd name="connsiteY1" fmla="*/ 0 h 4826000"/>
              <a:gd name="connsiteX2" fmla="*/ 4876800 w 4876800"/>
              <a:gd name="connsiteY2" fmla="*/ 4826000 h 4826000"/>
              <a:gd name="connsiteX3" fmla="*/ 0 w 487680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876800" h="4826000">
                <a:moveTo>
                  <a:pt x="0" y="0"/>
                </a:moveTo>
                <a:lnTo>
                  <a:pt x="4876800" y="0"/>
                </a:lnTo>
                <a:lnTo>
                  <a:pt x="4876800" y="4826000"/>
                </a:lnTo>
                <a:lnTo>
                  <a:pt x="0" y="4826000"/>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22" name="Picture Placeholder 21"/>
          <p:cNvSpPr>
            <a:spLocks noGrp="1"/>
          </p:cNvSpPr>
          <p:nvPr>
            <p:ph type="pic" sz="quarter" idx="35" hasCustomPrompt="1"/>
          </p:nvPr>
        </p:nvSpPr>
        <p:spPr>
          <a:xfrm>
            <a:off x="4876800" y="3429000"/>
            <a:ext cx="2438400" cy="2413000"/>
          </a:xfrm>
          <a:custGeom>
            <a:avLst/>
            <a:gdLst>
              <a:gd name="connsiteX0" fmla="*/ 0 w 4876800"/>
              <a:gd name="connsiteY0" fmla="*/ 0 h 4826000"/>
              <a:gd name="connsiteX1" fmla="*/ 4876800 w 4876800"/>
              <a:gd name="connsiteY1" fmla="*/ 0 h 4826000"/>
              <a:gd name="connsiteX2" fmla="*/ 4876800 w 4876800"/>
              <a:gd name="connsiteY2" fmla="*/ 4826000 h 4826000"/>
              <a:gd name="connsiteX3" fmla="*/ 0 w 487680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876800" h="4826000">
                <a:moveTo>
                  <a:pt x="0" y="0"/>
                </a:moveTo>
                <a:lnTo>
                  <a:pt x="4876800" y="0"/>
                </a:lnTo>
                <a:lnTo>
                  <a:pt x="4876800" y="4826000"/>
                </a:lnTo>
                <a:lnTo>
                  <a:pt x="0" y="4826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
        <p:nvSpPr>
          <p:cNvPr id="21" name="Picture Placeholder 20"/>
          <p:cNvSpPr>
            <a:spLocks noGrp="1"/>
          </p:cNvSpPr>
          <p:nvPr>
            <p:ph type="pic" sz="quarter" idx="36" hasCustomPrompt="1"/>
          </p:nvPr>
        </p:nvSpPr>
        <p:spPr>
          <a:xfrm>
            <a:off x="0" y="0"/>
            <a:ext cx="4876800" cy="3429001"/>
          </a:xfrm>
          <a:custGeom>
            <a:avLst/>
            <a:gdLst>
              <a:gd name="connsiteX0" fmla="*/ 0 w 9753600"/>
              <a:gd name="connsiteY0" fmla="*/ 0 h 6858001"/>
              <a:gd name="connsiteX1" fmla="*/ 9753600 w 9753600"/>
              <a:gd name="connsiteY1" fmla="*/ 0 h 6858001"/>
              <a:gd name="connsiteX2" fmla="*/ 9753600 w 9753600"/>
              <a:gd name="connsiteY2" fmla="*/ 6858001 h 6858001"/>
              <a:gd name="connsiteX3" fmla="*/ 0 w 9753600"/>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9753600" h="6858001">
                <a:moveTo>
                  <a:pt x="0" y="0"/>
                </a:moveTo>
                <a:lnTo>
                  <a:pt x="9753600" y="0"/>
                </a:lnTo>
                <a:lnTo>
                  <a:pt x="9753600" y="6858001"/>
                </a:lnTo>
                <a:lnTo>
                  <a:pt x="0" y="685800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24" name="Picture Placeholder 23"/>
          <p:cNvSpPr>
            <a:spLocks noGrp="1"/>
          </p:cNvSpPr>
          <p:nvPr>
            <p:ph type="pic" sz="quarter" idx="37" hasCustomPrompt="1"/>
          </p:nvPr>
        </p:nvSpPr>
        <p:spPr>
          <a:xfrm>
            <a:off x="9753600" y="3429000"/>
            <a:ext cx="2438400" cy="2413000"/>
          </a:xfrm>
          <a:custGeom>
            <a:avLst/>
            <a:gdLst>
              <a:gd name="connsiteX0" fmla="*/ 0 w 4876800"/>
              <a:gd name="connsiteY0" fmla="*/ 0 h 4826000"/>
              <a:gd name="connsiteX1" fmla="*/ 4876800 w 4876800"/>
              <a:gd name="connsiteY1" fmla="*/ 0 h 4826000"/>
              <a:gd name="connsiteX2" fmla="*/ 4876800 w 4876800"/>
              <a:gd name="connsiteY2" fmla="*/ 4826000 h 4826000"/>
              <a:gd name="connsiteX3" fmla="*/ 0 w 4876800"/>
              <a:gd name="connsiteY3" fmla="*/ 4826000 h 4826000"/>
            </a:gdLst>
            <a:ahLst/>
            <a:cxnLst>
              <a:cxn ang="0">
                <a:pos x="connsiteX0" y="connsiteY0"/>
              </a:cxn>
              <a:cxn ang="0">
                <a:pos x="connsiteX1" y="connsiteY1"/>
              </a:cxn>
              <a:cxn ang="0">
                <a:pos x="connsiteX2" y="connsiteY2"/>
              </a:cxn>
              <a:cxn ang="0">
                <a:pos x="connsiteX3" y="connsiteY3"/>
              </a:cxn>
            </a:cxnLst>
            <a:rect l="l" t="t" r="r" b="b"/>
            <a:pathLst>
              <a:path w="4876800" h="4826000">
                <a:moveTo>
                  <a:pt x="0" y="0"/>
                </a:moveTo>
                <a:lnTo>
                  <a:pt x="4876800" y="0"/>
                </a:lnTo>
                <a:lnTo>
                  <a:pt x="4876800" y="4826000"/>
                </a:lnTo>
                <a:lnTo>
                  <a:pt x="0" y="4826000"/>
                </a:lnTo>
                <a:close/>
              </a:path>
            </a:pathLst>
          </a:custGeom>
          <a:solidFill>
            <a:schemeClr val="bg1">
              <a:lumMod val="50000"/>
            </a:schemeClr>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Main Slide copy 54">
    <p:spTree>
      <p:nvGrpSpPr>
        <p:cNvPr id="1" name=""/>
        <p:cNvGrpSpPr/>
        <p:nvPr/>
      </p:nvGrpSpPr>
      <p:grpSpPr>
        <a:xfrm>
          <a:off x="0" y="0"/>
          <a:ext cx="0" cy="0"/>
          <a:chOff x="0" y="0"/>
          <a:chExt cx="0" cy="0"/>
        </a:xfrm>
      </p:grpSpPr>
      <p:sp>
        <p:nvSpPr>
          <p:cNvPr id="1249"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13" name="Picture Placeholder 12"/>
          <p:cNvSpPr>
            <a:spLocks noGrp="1"/>
          </p:cNvSpPr>
          <p:nvPr>
            <p:ph type="pic" sz="quarter" idx="11" hasCustomPrompt="1"/>
          </p:nvPr>
        </p:nvSpPr>
        <p:spPr>
          <a:xfrm>
            <a:off x="8066461" y="1543539"/>
            <a:ext cx="5704926" cy="3540431"/>
          </a:xfrm>
          <a:custGeom>
            <a:avLst/>
            <a:gdLst>
              <a:gd name="connsiteX0" fmla="*/ 0 w 11409851"/>
              <a:gd name="connsiteY0" fmla="*/ 0 h 7080861"/>
              <a:gd name="connsiteX1" fmla="*/ 11409851 w 11409851"/>
              <a:gd name="connsiteY1" fmla="*/ 0 h 7080861"/>
              <a:gd name="connsiteX2" fmla="*/ 11409851 w 11409851"/>
              <a:gd name="connsiteY2" fmla="*/ 7080861 h 7080861"/>
              <a:gd name="connsiteX3" fmla="*/ 0 w 11409851"/>
              <a:gd name="connsiteY3" fmla="*/ 7080861 h 7080861"/>
            </a:gdLst>
            <a:ahLst/>
            <a:cxnLst>
              <a:cxn ang="0">
                <a:pos x="connsiteX0" y="connsiteY0"/>
              </a:cxn>
              <a:cxn ang="0">
                <a:pos x="connsiteX1" y="connsiteY1"/>
              </a:cxn>
              <a:cxn ang="0">
                <a:pos x="connsiteX2" y="connsiteY2"/>
              </a:cxn>
              <a:cxn ang="0">
                <a:pos x="connsiteX3" y="connsiteY3"/>
              </a:cxn>
            </a:cxnLst>
            <a:rect l="l" t="t" r="r" b="b"/>
            <a:pathLst>
              <a:path w="11409851" h="7080861">
                <a:moveTo>
                  <a:pt x="0" y="0"/>
                </a:moveTo>
                <a:lnTo>
                  <a:pt x="11409851" y="0"/>
                </a:lnTo>
                <a:lnTo>
                  <a:pt x="11409851" y="7080861"/>
                </a:lnTo>
                <a:lnTo>
                  <a:pt x="0" y="708086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Main Slide copy 57">
    <p:spTree>
      <p:nvGrpSpPr>
        <p:cNvPr id="1" name=""/>
        <p:cNvGrpSpPr/>
        <p:nvPr/>
      </p:nvGrpSpPr>
      <p:grpSpPr>
        <a:xfrm>
          <a:off x="0" y="0"/>
          <a:ext cx="0" cy="0"/>
          <a:chOff x="0" y="0"/>
          <a:chExt cx="0" cy="0"/>
        </a:xfrm>
      </p:grpSpPr>
      <p:sp>
        <p:nvSpPr>
          <p:cNvPr id="1308"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20" name="Picture Placeholder 19"/>
          <p:cNvSpPr>
            <a:spLocks noGrp="1"/>
          </p:cNvSpPr>
          <p:nvPr>
            <p:ph type="pic" sz="quarter" idx="11" hasCustomPrompt="1"/>
          </p:nvPr>
        </p:nvSpPr>
        <p:spPr>
          <a:xfrm>
            <a:off x="4410759" y="1154939"/>
            <a:ext cx="3370417" cy="1905762"/>
          </a:xfrm>
          <a:custGeom>
            <a:avLst/>
            <a:gdLst>
              <a:gd name="connsiteX0" fmla="*/ 0 w 6740833"/>
              <a:gd name="connsiteY0" fmla="*/ 0 h 3811523"/>
              <a:gd name="connsiteX1" fmla="*/ 6740833 w 6740833"/>
              <a:gd name="connsiteY1" fmla="*/ 0 h 3811523"/>
              <a:gd name="connsiteX2" fmla="*/ 6740833 w 6740833"/>
              <a:gd name="connsiteY2" fmla="*/ 3811523 h 3811523"/>
              <a:gd name="connsiteX3" fmla="*/ 0 w 6740833"/>
              <a:gd name="connsiteY3" fmla="*/ 3811523 h 3811523"/>
            </a:gdLst>
            <a:ahLst/>
            <a:cxnLst>
              <a:cxn ang="0">
                <a:pos x="connsiteX0" y="connsiteY0"/>
              </a:cxn>
              <a:cxn ang="0">
                <a:pos x="connsiteX1" y="connsiteY1"/>
              </a:cxn>
              <a:cxn ang="0">
                <a:pos x="connsiteX2" y="connsiteY2"/>
              </a:cxn>
              <a:cxn ang="0">
                <a:pos x="connsiteX3" y="connsiteY3"/>
              </a:cxn>
            </a:cxnLst>
            <a:rect l="l" t="t" r="r" b="b"/>
            <a:pathLst>
              <a:path w="6740833" h="3811523">
                <a:moveTo>
                  <a:pt x="0" y="0"/>
                </a:moveTo>
                <a:lnTo>
                  <a:pt x="6740833" y="0"/>
                </a:lnTo>
                <a:lnTo>
                  <a:pt x="6740833" y="3811523"/>
                </a:lnTo>
                <a:lnTo>
                  <a:pt x="0" y="3811523"/>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in Slide copy 58">
    <p:spTree>
      <p:nvGrpSpPr>
        <p:cNvPr id="1" name=""/>
        <p:cNvGrpSpPr/>
        <p:nvPr/>
      </p:nvGrpSpPr>
      <p:grpSpPr>
        <a:xfrm>
          <a:off x="0" y="0"/>
          <a:ext cx="0" cy="0"/>
          <a:chOff x="0" y="0"/>
          <a:chExt cx="0" cy="0"/>
        </a:xfrm>
      </p:grpSpPr>
      <p:sp>
        <p:nvSpPr>
          <p:cNvPr id="1329"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13" name="Picture Placeholder 12"/>
          <p:cNvSpPr>
            <a:spLocks noGrp="1"/>
          </p:cNvSpPr>
          <p:nvPr>
            <p:ph type="pic" sz="quarter" idx="11" hasCustomPrompt="1"/>
          </p:nvPr>
        </p:nvSpPr>
        <p:spPr>
          <a:xfrm>
            <a:off x="1426259" y="2073572"/>
            <a:ext cx="1553835" cy="2758546"/>
          </a:xfrm>
          <a:custGeom>
            <a:avLst/>
            <a:gdLst>
              <a:gd name="connsiteX0" fmla="*/ 0 w 3107669"/>
              <a:gd name="connsiteY0" fmla="*/ 0 h 5517092"/>
              <a:gd name="connsiteX1" fmla="*/ 3107669 w 3107669"/>
              <a:gd name="connsiteY1" fmla="*/ 0 h 5517092"/>
              <a:gd name="connsiteX2" fmla="*/ 3107669 w 3107669"/>
              <a:gd name="connsiteY2" fmla="*/ 5517092 h 5517092"/>
              <a:gd name="connsiteX3" fmla="*/ 0 w 3107669"/>
              <a:gd name="connsiteY3" fmla="*/ 5517092 h 5517092"/>
            </a:gdLst>
            <a:ahLst/>
            <a:cxnLst>
              <a:cxn ang="0">
                <a:pos x="connsiteX0" y="connsiteY0"/>
              </a:cxn>
              <a:cxn ang="0">
                <a:pos x="connsiteX1" y="connsiteY1"/>
              </a:cxn>
              <a:cxn ang="0">
                <a:pos x="connsiteX2" y="connsiteY2"/>
              </a:cxn>
              <a:cxn ang="0">
                <a:pos x="connsiteX3" y="connsiteY3"/>
              </a:cxn>
            </a:cxnLst>
            <a:rect l="l" t="t" r="r" b="b"/>
            <a:pathLst>
              <a:path w="3107669" h="5517092">
                <a:moveTo>
                  <a:pt x="0" y="0"/>
                </a:moveTo>
                <a:lnTo>
                  <a:pt x="3107669" y="0"/>
                </a:lnTo>
                <a:lnTo>
                  <a:pt x="3107669" y="5517092"/>
                </a:lnTo>
                <a:lnTo>
                  <a:pt x="0" y="5517092"/>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14" name="Picture Placeholder 13"/>
          <p:cNvSpPr>
            <a:spLocks noGrp="1"/>
          </p:cNvSpPr>
          <p:nvPr>
            <p:ph type="pic" sz="quarter" idx="45" hasCustomPrompt="1"/>
          </p:nvPr>
        </p:nvSpPr>
        <p:spPr>
          <a:xfrm>
            <a:off x="3576792" y="2073572"/>
            <a:ext cx="1553835" cy="2758546"/>
          </a:xfrm>
          <a:custGeom>
            <a:avLst/>
            <a:gdLst>
              <a:gd name="connsiteX0" fmla="*/ 0 w 3107670"/>
              <a:gd name="connsiteY0" fmla="*/ 0 h 5517092"/>
              <a:gd name="connsiteX1" fmla="*/ 3107670 w 3107670"/>
              <a:gd name="connsiteY1" fmla="*/ 0 h 5517092"/>
              <a:gd name="connsiteX2" fmla="*/ 3107670 w 3107670"/>
              <a:gd name="connsiteY2" fmla="*/ 5517092 h 5517092"/>
              <a:gd name="connsiteX3" fmla="*/ 0 w 3107670"/>
              <a:gd name="connsiteY3" fmla="*/ 5517092 h 5517092"/>
            </a:gdLst>
            <a:ahLst/>
            <a:cxnLst>
              <a:cxn ang="0">
                <a:pos x="connsiteX0" y="connsiteY0"/>
              </a:cxn>
              <a:cxn ang="0">
                <a:pos x="connsiteX1" y="connsiteY1"/>
              </a:cxn>
              <a:cxn ang="0">
                <a:pos x="connsiteX2" y="connsiteY2"/>
              </a:cxn>
              <a:cxn ang="0">
                <a:pos x="connsiteX3" y="connsiteY3"/>
              </a:cxn>
            </a:cxnLst>
            <a:rect l="l" t="t" r="r" b="b"/>
            <a:pathLst>
              <a:path w="3107670" h="5517092">
                <a:moveTo>
                  <a:pt x="0" y="0"/>
                </a:moveTo>
                <a:lnTo>
                  <a:pt x="3107670" y="0"/>
                </a:lnTo>
                <a:lnTo>
                  <a:pt x="3107670" y="5517092"/>
                </a:lnTo>
                <a:lnTo>
                  <a:pt x="0" y="5517092"/>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Main Slide copy 59">
    <p:spTree>
      <p:nvGrpSpPr>
        <p:cNvPr id="1" name=""/>
        <p:cNvGrpSpPr/>
        <p:nvPr/>
      </p:nvGrpSpPr>
      <p:grpSpPr>
        <a:xfrm>
          <a:off x="0" y="0"/>
          <a:ext cx="0" cy="0"/>
          <a:chOff x="0" y="0"/>
          <a:chExt cx="0" cy="0"/>
        </a:xfrm>
      </p:grpSpPr>
      <p:sp>
        <p:nvSpPr>
          <p:cNvPr id="1342"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12" name="Picture Placeholder 11"/>
          <p:cNvSpPr>
            <a:spLocks noGrp="1"/>
          </p:cNvSpPr>
          <p:nvPr>
            <p:ph type="pic" sz="quarter" idx="11" hasCustomPrompt="1"/>
          </p:nvPr>
        </p:nvSpPr>
        <p:spPr>
          <a:xfrm>
            <a:off x="6791185" y="3554303"/>
            <a:ext cx="2758547" cy="1553836"/>
          </a:xfrm>
          <a:custGeom>
            <a:avLst/>
            <a:gdLst>
              <a:gd name="connsiteX0" fmla="*/ 0 w 5517094"/>
              <a:gd name="connsiteY0" fmla="*/ 0 h 3107671"/>
              <a:gd name="connsiteX1" fmla="*/ 5517094 w 5517094"/>
              <a:gd name="connsiteY1" fmla="*/ 0 h 3107671"/>
              <a:gd name="connsiteX2" fmla="*/ 5517094 w 5517094"/>
              <a:gd name="connsiteY2" fmla="*/ 3107670 h 3107671"/>
              <a:gd name="connsiteX3" fmla="*/ 0 w 5517094"/>
              <a:gd name="connsiteY3" fmla="*/ 3107671 h 3107671"/>
            </a:gdLst>
            <a:ahLst/>
            <a:cxnLst>
              <a:cxn ang="0">
                <a:pos x="connsiteX0" y="connsiteY0"/>
              </a:cxn>
              <a:cxn ang="0">
                <a:pos x="connsiteX1" y="connsiteY1"/>
              </a:cxn>
              <a:cxn ang="0">
                <a:pos x="connsiteX2" y="connsiteY2"/>
              </a:cxn>
              <a:cxn ang="0">
                <a:pos x="connsiteX3" y="connsiteY3"/>
              </a:cxn>
            </a:cxnLst>
            <a:rect l="l" t="t" r="r" b="b"/>
            <a:pathLst>
              <a:path w="5517094" h="3107671">
                <a:moveTo>
                  <a:pt x="0" y="0"/>
                </a:moveTo>
                <a:lnTo>
                  <a:pt x="5517094" y="0"/>
                </a:lnTo>
                <a:lnTo>
                  <a:pt x="5517094" y="3107670"/>
                </a:lnTo>
                <a:lnTo>
                  <a:pt x="0" y="3107671"/>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
        <p:nvSpPr>
          <p:cNvPr id="13" name="Picture Placeholder 12"/>
          <p:cNvSpPr>
            <a:spLocks noGrp="1"/>
          </p:cNvSpPr>
          <p:nvPr>
            <p:ph type="pic" sz="quarter" idx="15" hasCustomPrompt="1"/>
          </p:nvPr>
        </p:nvSpPr>
        <p:spPr>
          <a:xfrm>
            <a:off x="9239787" y="2073572"/>
            <a:ext cx="1553835" cy="2758546"/>
          </a:xfrm>
          <a:custGeom>
            <a:avLst/>
            <a:gdLst>
              <a:gd name="connsiteX0" fmla="*/ 0 w 3107670"/>
              <a:gd name="connsiteY0" fmla="*/ 0 h 5517092"/>
              <a:gd name="connsiteX1" fmla="*/ 3107670 w 3107670"/>
              <a:gd name="connsiteY1" fmla="*/ 0 h 5517092"/>
              <a:gd name="connsiteX2" fmla="*/ 3107670 w 3107670"/>
              <a:gd name="connsiteY2" fmla="*/ 5517092 h 5517092"/>
              <a:gd name="connsiteX3" fmla="*/ 0 w 3107670"/>
              <a:gd name="connsiteY3" fmla="*/ 5517092 h 5517092"/>
            </a:gdLst>
            <a:ahLst/>
            <a:cxnLst>
              <a:cxn ang="0">
                <a:pos x="connsiteX0" y="connsiteY0"/>
              </a:cxn>
              <a:cxn ang="0">
                <a:pos x="connsiteX1" y="connsiteY1"/>
              </a:cxn>
              <a:cxn ang="0">
                <a:pos x="connsiteX2" y="connsiteY2"/>
              </a:cxn>
              <a:cxn ang="0">
                <a:pos x="connsiteX3" y="connsiteY3"/>
              </a:cxn>
            </a:cxnLst>
            <a:rect l="l" t="t" r="r" b="b"/>
            <a:pathLst>
              <a:path w="3107670" h="5517092">
                <a:moveTo>
                  <a:pt x="0" y="0"/>
                </a:moveTo>
                <a:lnTo>
                  <a:pt x="3107670" y="0"/>
                </a:lnTo>
                <a:lnTo>
                  <a:pt x="3107670" y="5517092"/>
                </a:lnTo>
                <a:lnTo>
                  <a:pt x="0" y="5517092"/>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Main Slide copy 60">
    <p:spTree>
      <p:nvGrpSpPr>
        <p:cNvPr id="1" name=""/>
        <p:cNvGrpSpPr/>
        <p:nvPr/>
      </p:nvGrpSpPr>
      <p:grpSpPr>
        <a:xfrm>
          <a:off x="0" y="0"/>
          <a:ext cx="0" cy="0"/>
          <a:chOff x="0" y="0"/>
          <a:chExt cx="0" cy="0"/>
        </a:xfrm>
      </p:grpSpPr>
      <p:sp>
        <p:nvSpPr>
          <p:cNvPr id="1358" name="Slide Number"/>
          <p:cNvSpPr txBox="1">
            <a:spLocks noGrp="1"/>
          </p:cNvSpPr>
          <p:nvPr>
            <p:ph type="sldNum" sz="quarter" idx="2"/>
          </p:nvPr>
        </p:nvSpPr>
        <p:spPr>
          <a:prstGeom prst="rect">
            <a:avLst/>
          </a:prstGeom>
        </p:spPr>
        <p:txBody>
          <a:bodyPr/>
          <a:lstStyle>
            <a:lvl1pPr>
              <a:defRPr>
                <a:solidFill>
                  <a:srgbClr val="2C2E3C"/>
                </a:solidFill>
              </a:defRPr>
            </a:lvl1pPr>
          </a:lstStyle>
          <a:p>
            <a:fld id="{86CB4B4D-7CA3-9044-876B-883B54F8677D}" type="slidenum">
              <a:rPr lang="en-US" smtClean="0"/>
              <a:t>‹#›</a:t>
            </a:fld>
            <a:endParaRPr lang="en-US"/>
          </a:p>
        </p:txBody>
      </p:sp>
      <p:sp>
        <p:nvSpPr>
          <p:cNvPr id="29" name="Picture Placeholder 28"/>
          <p:cNvSpPr>
            <a:spLocks noGrp="1"/>
          </p:cNvSpPr>
          <p:nvPr>
            <p:ph type="pic" sz="quarter" idx="11" hasCustomPrompt="1"/>
          </p:nvPr>
        </p:nvSpPr>
        <p:spPr>
          <a:xfrm>
            <a:off x="2578321" y="1760262"/>
            <a:ext cx="2470392" cy="3294342"/>
          </a:xfrm>
          <a:custGeom>
            <a:avLst/>
            <a:gdLst>
              <a:gd name="connsiteX0" fmla="*/ 0 w 4940783"/>
              <a:gd name="connsiteY0" fmla="*/ 0 h 6588684"/>
              <a:gd name="connsiteX1" fmla="*/ 4940783 w 4940783"/>
              <a:gd name="connsiteY1" fmla="*/ 0 h 6588684"/>
              <a:gd name="connsiteX2" fmla="*/ 4940783 w 4940783"/>
              <a:gd name="connsiteY2" fmla="*/ 6588684 h 6588684"/>
              <a:gd name="connsiteX3" fmla="*/ 0 w 4940783"/>
              <a:gd name="connsiteY3" fmla="*/ 6588684 h 6588684"/>
            </a:gdLst>
            <a:ahLst/>
            <a:cxnLst>
              <a:cxn ang="0">
                <a:pos x="connsiteX0" y="connsiteY0"/>
              </a:cxn>
              <a:cxn ang="0">
                <a:pos x="connsiteX1" y="connsiteY1"/>
              </a:cxn>
              <a:cxn ang="0">
                <a:pos x="connsiteX2" y="connsiteY2"/>
              </a:cxn>
              <a:cxn ang="0">
                <a:pos x="connsiteX3" y="connsiteY3"/>
              </a:cxn>
            </a:cxnLst>
            <a:rect l="l" t="t" r="r" b="b"/>
            <a:pathLst>
              <a:path w="4940783" h="6588684">
                <a:moveTo>
                  <a:pt x="0" y="0"/>
                </a:moveTo>
                <a:lnTo>
                  <a:pt x="4940783" y="0"/>
                </a:lnTo>
                <a:lnTo>
                  <a:pt x="4940783" y="6588684"/>
                </a:lnTo>
                <a:lnTo>
                  <a:pt x="0" y="6588684"/>
                </a:lnTo>
                <a:close/>
              </a:path>
            </a:pathLst>
          </a:custGeom>
          <a:solidFill>
            <a:srgbClr val="ACB1BB"/>
          </a:solidFill>
        </p:spPr>
        <p:txBody>
          <a:bodyPr wrap="square" anchor="ctr">
            <a:noAutofit/>
          </a:bodyPr>
          <a:lstStyle>
            <a:lvl1pPr>
              <a:defRPr sz="1000" b="1">
                <a:solidFill>
                  <a:srgbClr val="FFFFFF"/>
                </a:solidFill>
              </a:defRPr>
            </a:lvl1pPr>
          </a:lstStyle>
          <a:p>
            <a:r>
              <a:rPr lang="en-US" dirty="0"/>
              <a:t>IMAGE REPLACE</a:t>
            </a: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2021/12/16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t>2021/12/16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E2D"/>
        </a:solidFill>
        <a:effectLst/>
      </p:bgPr>
    </p:bg>
    <p:spTree>
      <p:nvGrpSpPr>
        <p:cNvPr id="1" name=""/>
        <p:cNvGrpSpPr/>
        <p:nvPr/>
      </p:nvGrpSpPr>
      <p:grpSpPr>
        <a:xfrm>
          <a:off x="0" y="0"/>
          <a:ext cx="0" cy="0"/>
          <a:chOff x="0" y="0"/>
          <a:chExt cx="0" cy="0"/>
        </a:xfrm>
      </p:grpSpPr>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2021/12/16</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www.1ppt.com</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cstate="screen"/>
          <a:srcRect/>
          <a:stretch>
            <a:fillRect/>
          </a:stretch>
        </p:blipFill>
        <p:spPr>
          <a:xfrm>
            <a:off x="-1" y="-9173"/>
            <a:ext cx="12192000" cy="6873911"/>
          </a:xfrm>
          <a:prstGeom prst="rect">
            <a:avLst/>
          </a:prstGeom>
          <a:ln>
            <a:noFill/>
          </a:ln>
        </p:spPr>
      </p:pic>
      <p:sp>
        <p:nvSpPr>
          <p:cNvPr id="5" name="文本框 4"/>
          <p:cNvSpPr txBox="1"/>
          <p:nvPr/>
        </p:nvSpPr>
        <p:spPr>
          <a:xfrm>
            <a:off x="2077251" y="1851384"/>
            <a:ext cx="7772400" cy="1569660"/>
          </a:xfrm>
          <a:prstGeom prst="rect">
            <a:avLst/>
          </a:prstGeom>
          <a:noFill/>
        </p:spPr>
        <p:txBody>
          <a:bodyPr wrap="square" rtlCol="0">
            <a:spAutoFit/>
          </a:bodyPr>
          <a:lstStyle/>
          <a:p>
            <a:pPr algn="ctr"/>
            <a:r>
              <a:rPr lang="zh-CN" altLang="en-US" sz="9600" b="1" dirty="0">
                <a:solidFill>
                  <a:schemeClr val="bg1"/>
                </a:solidFill>
                <a:cs typeface="+mn-ea"/>
                <a:sym typeface="+mn-lt"/>
              </a:rPr>
              <a:t>书</a:t>
            </a:r>
            <a:r>
              <a:rPr lang="zh-CN" altLang="en-US" sz="9600" b="1" dirty="0" smtClean="0">
                <a:solidFill>
                  <a:schemeClr val="bg1"/>
                </a:solidFill>
                <a:cs typeface="+mn-ea"/>
                <a:sym typeface="+mn-lt"/>
              </a:rPr>
              <a:t>苑项目计划</a:t>
            </a:r>
            <a:endParaRPr lang="zh-CN" altLang="en-US" sz="9600" b="1" dirty="0">
              <a:solidFill>
                <a:schemeClr val="bg1"/>
              </a:solidFill>
              <a:cs typeface="+mn-ea"/>
              <a:sym typeface="+mn-lt"/>
            </a:endParaRPr>
          </a:p>
        </p:txBody>
      </p:sp>
      <p:sp>
        <p:nvSpPr>
          <p:cNvPr id="6" name="文本框 5"/>
          <p:cNvSpPr txBox="1"/>
          <p:nvPr/>
        </p:nvSpPr>
        <p:spPr>
          <a:xfrm>
            <a:off x="3593343" y="3650826"/>
            <a:ext cx="4740216" cy="400110"/>
          </a:xfrm>
          <a:prstGeom prst="rect">
            <a:avLst/>
          </a:prstGeom>
          <a:noFill/>
        </p:spPr>
        <p:txBody>
          <a:bodyPr wrap="square" rtlCol="0">
            <a:spAutoFit/>
          </a:bodyPr>
          <a:lstStyle/>
          <a:p>
            <a:pPr algn="dist"/>
            <a:r>
              <a:rPr lang="zh-CN" sz="2000" dirty="0">
                <a:solidFill>
                  <a:schemeClr val="bg1"/>
                </a:solidFill>
                <a:cs typeface="+mn-ea"/>
                <a:sym typeface="+mn-lt"/>
              </a:rPr>
              <a:t>唯君不思，无我不为。</a:t>
            </a:r>
          </a:p>
        </p:txBody>
      </p:sp>
      <p:sp>
        <p:nvSpPr>
          <p:cNvPr id="7" name="Rounded Rectangle 1569"/>
          <p:cNvSpPr/>
          <p:nvPr/>
        </p:nvSpPr>
        <p:spPr>
          <a:xfrm>
            <a:off x="4948605" y="4682400"/>
            <a:ext cx="2029692" cy="421358"/>
          </a:xfrm>
          <a:prstGeom prst="roundRect">
            <a:avLst>
              <a:gd name="adj" fmla="val 50000"/>
            </a:avLst>
          </a:prstGeom>
          <a:solidFill>
            <a:srgbClr val="DA3977"/>
          </a:solidFill>
          <a:ln>
            <a:noFill/>
          </a:ln>
          <a:effectLst>
            <a:outerShdw blurRad="1143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cs typeface="+mn-ea"/>
              <a:sym typeface="+mn-lt"/>
            </a:endParaRPr>
          </a:p>
        </p:txBody>
      </p:sp>
      <p:grpSp>
        <p:nvGrpSpPr>
          <p:cNvPr id="8" name="Group 1772"/>
          <p:cNvGrpSpPr/>
          <p:nvPr/>
        </p:nvGrpSpPr>
        <p:grpSpPr>
          <a:xfrm>
            <a:off x="5356821" y="4766121"/>
            <a:ext cx="1213260" cy="253916"/>
            <a:chOff x="1475556" y="5376158"/>
            <a:chExt cx="1213260" cy="253916"/>
          </a:xfrm>
        </p:grpSpPr>
        <p:sp>
          <p:nvSpPr>
            <p:cNvPr id="9" name="TextBox 1577"/>
            <p:cNvSpPr txBox="1"/>
            <p:nvPr/>
          </p:nvSpPr>
          <p:spPr>
            <a:xfrm>
              <a:off x="1475556" y="5376158"/>
              <a:ext cx="978153" cy="253916"/>
            </a:xfrm>
            <a:prstGeom prst="rect">
              <a:avLst/>
            </a:prstGeom>
            <a:noFill/>
          </p:spPr>
          <p:txBody>
            <a:bodyPr wrap="none" rtlCol="0">
              <a:spAutoFit/>
            </a:bodyPr>
            <a:lstStyle/>
            <a:p>
              <a:r>
                <a:rPr lang="en-US" sz="1050" dirty="0">
                  <a:solidFill>
                    <a:schemeClr val="bg1"/>
                  </a:solidFill>
                  <a:cs typeface="+mn-ea"/>
                  <a:sym typeface="+mn-lt"/>
                </a:rPr>
                <a:t>START HERE</a:t>
              </a:r>
            </a:p>
          </p:txBody>
        </p:sp>
        <p:sp>
          <p:nvSpPr>
            <p:cNvPr id="10" name="Half Frame 1578"/>
            <p:cNvSpPr/>
            <p:nvPr/>
          </p:nvSpPr>
          <p:spPr>
            <a:xfrm rot="8100000">
              <a:off x="2551150" y="5436098"/>
              <a:ext cx="137666" cy="137666"/>
            </a:xfrm>
            <a:prstGeom prst="halfFrame">
              <a:avLst>
                <a:gd name="adj1" fmla="val 11987"/>
                <a:gd name="adj2" fmla="val 109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grpSp>
      <p:sp>
        <p:nvSpPr>
          <p:cNvPr id="11" name="文本框 10"/>
          <p:cNvSpPr txBox="1"/>
          <p:nvPr/>
        </p:nvSpPr>
        <p:spPr>
          <a:xfrm>
            <a:off x="2619725" y="728276"/>
            <a:ext cx="7040171" cy="369332"/>
          </a:xfrm>
          <a:prstGeom prst="rect">
            <a:avLst/>
          </a:prstGeom>
          <a:noFill/>
        </p:spPr>
        <p:txBody>
          <a:bodyPr wrap="square" rtlCol="0">
            <a:spAutoFit/>
          </a:bodyPr>
          <a:lstStyle/>
          <a:p>
            <a:pPr algn="dist"/>
            <a:r>
              <a:rPr lang="en-US" altLang="zh-CN" dirty="0">
                <a:solidFill>
                  <a:schemeClr val="bg1"/>
                </a:solidFill>
                <a:cs typeface="+mn-ea"/>
                <a:sym typeface="+mn-lt"/>
              </a:rPr>
              <a:t>BUSINESS REPORT</a:t>
            </a:r>
            <a:endParaRPr lang="zh-CN" altLang="en-US"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773812" y="1593853"/>
            <a:ext cx="647700" cy="647700"/>
          </a:xfrm>
          <a:prstGeom prst="ellipse">
            <a:avLst/>
          </a:prstGeom>
          <a:solidFill>
            <a:srgbClr val="C147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3" name="矩形 2"/>
          <p:cNvSpPr/>
          <p:nvPr/>
        </p:nvSpPr>
        <p:spPr>
          <a:xfrm>
            <a:off x="2589160" y="1718333"/>
            <a:ext cx="1620957" cy="523220"/>
          </a:xfrm>
          <a:prstGeom prst="rect">
            <a:avLst/>
          </a:prstGeom>
        </p:spPr>
        <p:txBody>
          <a:bodyPr wrap="none">
            <a:spAutoFit/>
          </a:bodyPr>
          <a:lstStyle/>
          <a:p>
            <a:r>
              <a:rPr lang="zh-CN" altLang="en-US" sz="2800" b="1" dirty="0">
                <a:solidFill>
                  <a:schemeClr val="bg1"/>
                </a:solidFill>
                <a:cs typeface="+mn-ea"/>
                <a:sym typeface="+mn-lt"/>
              </a:rPr>
              <a:t>项目简介</a:t>
            </a:r>
          </a:p>
        </p:txBody>
      </p:sp>
      <p:sp>
        <p:nvSpPr>
          <p:cNvPr id="4" name="文本框 3"/>
          <p:cNvSpPr txBox="1"/>
          <p:nvPr/>
        </p:nvSpPr>
        <p:spPr>
          <a:xfrm>
            <a:off x="1846206" y="1718333"/>
            <a:ext cx="546100" cy="400110"/>
          </a:xfrm>
          <a:prstGeom prst="rect">
            <a:avLst/>
          </a:prstGeom>
          <a:noFill/>
        </p:spPr>
        <p:txBody>
          <a:bodyPr wrap="square" rtlCol="0">
            <a:spAutoFit/>
          </a:bodyPr>
          <a:lstStyle/>
          <a:p>
            <a:r>
              <a:rPr lang="en-US" altLang="zh-CN" sz="2000" b="1" dirty="0">
                <a:solidFill>
                  <a:schemeClr val="bg1"/>
                </a:solidFill>
                <a:cs typeface="+mn-ea"/>
                <a:sym typeface="+mn-lt"/>
              </a:rPr>
              <a:t>01.</a:t>
            </a:r>
            <a:endParaRPr lang="zh-CN" altLang="en-US" sz="2000" b="1" dirty="0">
              <a:solidFill>
                <a:schemeClr val="bg1"/>
              </a:solidFill>
              <a:cs typeface="+mn-ea"/>
              <a:sym typeface="+mn-lt"/>
            </a:endParaRPr>
          </a:p>
        </p:txBody>
      </p:sp>
      <p:sp>
        <p:nvSpPr>
          <p:cNvPr id="5" name="椭圆 4"/>
          <p:cNvSpPr/>
          <p:nvPr/>
        </p:nvSpPr>
        <p:spPr>
          <a:xfrm>
            <a:off x="1773812" y="2632428"/>
            <a:ext cx="647700" cy="647700"/>
          </a:xfrm>
          <a:prstGeom prst="ellipse">
            <a:avLst/>
          </a:prstGeom>
          <a:solidFill>
            <a:srgbClr val="384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6" name="矩形 5"/>
          <p:cNvSpPr/>
          <p:nvPr/>
        </p:nvSpPr>
        <p:spPr>
          <a:xfrm>
            <a:off x="2589160" y="2756908"/>
            <a:ext cx="3416320" cy="523220"/>
          </a:xfrm>
          <a:prstGeom prst="rect">
            <a:avLst/>
          </a:prstGeom>
        </p:spPr>
        <p:txBody>
          <a:bodyPr wrap="none">
            <a:spAutoFit/>
          </a:bodyPr>
          <a:lstStyle/>
          <a:p>
            <a:r>
              <a:rPr lang="zh-CN" altLang="en-US" sz="2800" b="1" dirty="0">
                <a:solidFill>
                  <a:schemeClr val="bg1"/>
                </a:solidFill>
                <a:cs typeface="+mn-ea"/>
                <a:sym typeface="+mn-lt"/>
              </a:rPr>
              <a:t>项目展示（流程图）</a:t>
            </a:r>
          </a:p>
        </p:txBody>
      </p:sp>
      <p:sp>
        <p:nvSpPr>
          <p:cNvPr id="7" name="文本框 6"/>
          <p:cNvSpPr txBox="1"/>
          <p:nvPr/>
        </p:nvSpPr>
        <p:spPr>
          <a:xfrm>
            <a:off x="1846206" y="2756908"/>
            <a:ext cx="546100" cy="400110"/>
          </a:xfrm>
          <a:prstGeom prst="rect">
            <a:avLst/>
          </a:prstGeom>
          <a:noFill/>
        </p:spPr>
        <p:txBody>
          <a:bodyPr wrap="square" rtlCol="0">
            <a:spAutoFit/>
          </a:bodyPr>
          <a:lstStyle/>
          <a:p>
            <a:r>
              <a:rPr lang="en-US" altLang="zh-CN" sz="2000" b="1" dirty="0">
                <a:solidFill>
                  <a:schemeClr val="bg1"/>
                </a:solidFill>
                <a:cs typeface="+mn-ea"/>
                <a:sym typeface="+mn-lt"/>
              </a:rPr>
              <a:t>02.</a:t>
            </a:r>
            <a:endParaRPr lang="zh-CN" altLang="en-US" sz="2000" b="1" dirty="0">
              <a:solidFill>
                <a:schemeClr val="bg1"/>
              </a:solidFill>
              <a:cs typeface="+mn-ea"/>
              <a:sym typeface="+mn-lt"/>
            </a:endParaRPr>
          </a:p>
        </p:txBody>
      </p:sp>
      <p:sp>
        <p:nvSpPr>
          <p:cNvPr id="8" name="椭圆 7"/>
          <p:cNvSpPr/>
          <p:nvPr/>
        </p:nvSpPr>
        <p:spPr>
          <a:xfrm>
            <a:off x="1773812" y="3577872"/>
            <a:ext cx="647700" cy="647700"/>
          </a:xfrm>
          <a:prstGeom prst="ellipse">
            <a:avLst/>
          </a:prstGeom>
          <a:solidFill>
            <a:srgbClr val="C147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9" name="矩形 8"/>
          <p:cNvSpPr/>
          <p:nvPr/>
        </p:nvSpPr>
        <p:spPr>
          <a:xfrm>
            <a:off x="2589160" y="3702352"/>
            <a:ext cx="1620957" cy="523220"/>
          </a:xfrm>
          <a:prstGeom prst="rect">
            <a:avLst/>
          </a:prstGeom>
        </p:spPr>
        <p:txBody>
          <a:bodyPr wrap="none">
            <a:spAutoFit/>
          </a:bodyPr>
          <a:lstStyle/>
          <a:p>
            <a:r>
              <a:rPr lang="zh-CN" altLang="en-US" sz="2800" b="1" dirty="0">
                <a:solidFill>
                  <a:schemeClr val="bg1"/>
                </a:solidFill>
                <a:cs typeface="+mn-ea"/>
                <a:sym typeface="+mn-lt"/>
              </a:rPr>
              <a:t>技术介绍</a:t>
            </a:r>
          </a:p>
        </p:txBody>
      </p:sp>
      <p:sp>
        <p:nvSpPr>
          <p:cNvPr id="10" name="文本框 9"/>
          <p:cNvSpPr txBox="1"/>
          <p:nvPr/>
        </p:nvSpPr>
        <p:spPr>
          <a:xfrm>
            <a:off x="1846206" y="3702352"/>
            <a:ext cx="546100" cy="400110"/>
          </a:xfrm>
          <a:prstGeom prst="rect">
            <a:avLst/>
          </a:prstGeom>
          <a:noFill/>
        </p:spPr>
        <p:txBody>
          <a:bodyPr wrap="square" rtlCol="0">
            <a:spAutoFit/>
          </a:bodyPr>
          <a:lstStyle/>
          <a:p>
            <a:r>
              <a:rPr lang="en-US" altLang="zh-CN" sz="2000" b="1" dirty="0">
                <a:solidFill>
                  <a:schemeClr val="bg1"/>
                </a:solidFill>
                <a:cs typeface="+mn-ea"/>
                <a:sym typeface="+mn-lt"/>
              </a:rPr>
              <a:t>03.</a:t>
            </a:r>
            <a:endParaRPr lang="zh-CN" altLang="en-US" sz="2000" b="1" dirty="0">
              <a:solidFill>
                <a:schemeClr val="bg1"/>
              </a:solidFill>
              <a:cs typeface="+mn-ea"/>
              <a:sym typeface="+mn-lt"/>
            </a:endParaRPr>
          </a:p>
        </p:txBody>
      </p:sp>
      <p:sp>
        <p:nvSpPr>
          <p:cNvPr id="11" name="椭圆 10"/>
          <p:cNvSpPr/>
          <p:nvPr/>
        </p:nvSpPr>
        <p:spPr>
          <a:xfrm>
            <a:off x="1773812" y="4616447"/>
            <a:ext cx="647700" cy="647700"/>
          </a:xfrm>
          <a:prstGeom prst="ellipse">
            <a:avLst/>
          </a:prstGeom>
          <a:solidFill>
            <a:srgbClr val="384B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cs typeface="+mn-ea"/>
              <a:sym typeface="+mn-lt"/>
            </a:endParaRPr>
          </a:p>
        </p:txBody>
      </p:sp>
      <p:sp>
        <p:nvSpPr>
          <p:cNvPr id="12" name="矩形 11"/>
          <p:cNvSpPr/>
          <p:nvPr/>
        </p:nvSpPr>
        <p:spPr>
          <a:xfrm>
            <a:off x="2589160" y="4740927"/>
            <a:ext cx="902811" cy="523220"/>
          </a:xfrm>
          <a:prstGeom prst="rect">
            <a:avLst/>
          </a:prstGeom>
        </p:spPr>
        <p:txBody>
          <a:bodyPr wrap="none">
            <a:spAutoFit/>
          </a:bodyPr>
          <a:lstStyle/>
          <a:p>
            <a:r>
              <a:rPr lang="zh-CN" altLang="en-US" sz="2800" b="1" dirty="0">
                <a:solidFill>
                  <a:schemeClr val="bg1"/>
                </a:solidFill>
                <a:cs typeface="+mn-ea"/>
                <a:sym typeface="+mn-lt"/>
              </a:rPr>
              <a:t>总结</a:t>
            </a:r>
          </a:p>
        </p:txBody>
      </p:sp>
      <p:sp>
        <p:nvSpPr>
          <p:cNvPr id="13" name="文本框 12"/>
          <p:cNvSpPr txBox="1"/>
          <p:nvPr/>
        </p:nvSpPr>
        <p:spPr>
          <a:xfrm>
            <a:off x="1846206" y="4740927"/>
            <a:ext cx="546100" cy="400110"/>
          </a:xfrm>
          <a:prstGeom prst="rect">
            <a:avLst/>
          </a:prstGeom>
          <a:noFill/>
        </p:spPr>
        <p:txBody>
          <a:bodyPr wrap="square" rtlCol="0">
            <a:spAutoFit/>
          </a:bodyPr>
          <a:lstStyle/>
          <a:p>
            <a:r>
              <a:rPr lang="en-US" altLang="zh-CN" sz="2000" b="1" dirty="0">
                <a:solidFill>
                  <a:schemeClr val="bg1"/>
                </a:solidFill>
                <a:cs typeface="+mn-ea"/>
                <a:sym typeface="+mn-lt"/>
              </a:rPr>
              <a:t>04.</a:t>
            </a:r>
            <a:endParaRPr lang="zh-CN" altLang="en-US" sz="2000" b="1" dirty="0">
              <a:solidFill>
                <a:schemeClr val="bg1"/>
              </a:solidFill>
              <a:cs typeface="+mn-ea"/>
              <a:sym typeface="+mn-lt"/>
            </a:endParaRPr>
          </a:p>
        </p:txBody>
      </p:sp>
      <p:sp>
        <p:nvSpPr>
          <p:cNvPr id="14" name="文本框 13"/>
          <p:cNvSpPr txBox="1"/>
          <p:nvPr/>
        </p:nvSpPr>
        <p:spPr>
          <a:xfrm>
            <a:off x="6806938" y="2269425"/>
            <a:ext cx="2795902" cy="1569660"/>
          </a:xfrm>
          <a:prstGeom prst="rect">
            <a:avLst/>
          </a:prstGeom>
          <a:noFill/>
        </p:spPr>
        <p:txBody>
          <a:bodyPr wrap="square" rtlCol="0">
            <a:spAutoFit/>
          </a:bodyPr>
          <a:lstStyle/>
          <a:p>
            <a:r>
              <a:rPr lang="zh-CN" altLang="en-US" sz="9600" b="1" dirty="0">
                <a:solidFill>
                  <a:schemeClr val="bg1"/>
                </a:solidFill>
                <a:cs typeface="+mn-ea"/>
                <a:sym typeface="+mn-lt"/>
              </a:rPr>
              <a:t>目录</a:t>
            </a:r>
          </a:p>
        </p:txBody>
      </p:sp>
      <p:sp>
        <p:nvSpPr>
          <p:cNvPr id="15" name="文本框 14"/>
          <p:cNvSpPr txBox="1"/>
          <p:nvPr/>
        </p:nvSpPr>
        <p:spPr>
          <a:xfrm>
            <a:off x="7136599" y="3702352"/>
            <a:ext cx="2136579" cy="523220"/>
          </a:xfrm>
          <a:prstGeom prst="rect">
            <a:avLst/>
          </a:prstGeom>
          <a:noFill/>
        </p:spPr>
        <p:txBody>
          <a:bodyPr wrap="square" rtlCol="0">
            <a:spAutoFit/>
          </a:bodyPr>
          <a:lstStyle/>
          <a:p>
            <a:pPr algn="dist"/>
            <a:r>
              <a:rPr lang="en-US" altLang="zh-CN" sz="2800" dirty="0">
                <a:solidFill>
                  <a:schemeClr val="bg1"/>
                </a:solidFill>
                <a:cs typeface="+mn-ea"/>
                <a:sym typeface="+mn-lt"/>
              </a:rPr>
              <a:t>CONTENTS</a:t>
            </a:r>
            <a:endParaRPr lang="zh-CN" altLang="en-US" sz="2800"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4639" y="291945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01</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3" name="TextBox 1647"/>
          <p:cNvSpPr txBox="1"/>
          <p:nvPr/>
        </p:nvSpPr>
        <p:spPr>
          <a:xfrm>
            <a:off x="6813832" y="3059749"/>
            <a:ext cx="3568659" cy="1156855"/>
          </a:xfrm>
          <a:prstGeom prst="rect">
            <a:avLst/>
          </a:prstGeom>
          <a:noFill/>
        </p:spPr>
        <p:txBody>
          <a:bodyPr wrap="square" rtlCol="0">
            <a:spAutoFit/>
          </a:bodyPr>
          <a:lstStyle/>
          <a:p>
            <a:pPr>
              <a:lnSpc>
                <a:spcPct val="150000"/>
              </a:lnSpc>
            </a:pPr>
            <a:r>
              <a:rPr lang="en-ID" sz="1600" dirty="0">
                <a:solidFill>
                  <a:schemeClr val="bg1"/>
                </a:solidFill>
                <a:cs typeface="+mn-ea"/>
                <a:sym typeface="+mn-lt"/>
              </a:rPr>
              <a:t>1</a:t>
            </a:r>
            <a:r>
              <a:rPr lang="zh-CN" altLang="en-US" sz="1600" dirty="0">
                <a:solidFill>
                  <a:schemeClr val="bg1"/>
                </a:solidFill>
                <a:cs typeface="+mn-ea"/>
                <a:sym typeface="+mn-lt"/>
              </a:rPr>
              <a:t>、项目概述</a:t>
            </a:r>
            <a:endParaRPr lang="en-US" altLang="zh-CN" sz="1600" dirty="0">
              <a:solidFill>
                <a:schemeClr val="bg1"/>
              </a:solidFill>
              <a:cs typeface="+mn-ea"/>
              <a:sym typeface="+mn-lt"/>
            </a:endParaRPr>
          </a:p>
          <a:p>
            <a:pPr>
              <a:lnSpc>
                <a:spcPct val="150000"/>
              </a:lnSpc>
            </a:pPr>
            <a:r>
              <a:rPr lang="en-US" sz="1600" dirty="0">
                <a:solidFill>
                  <a:schemeClr val="bg1"/>
                </a:solidFill>
                <a:cs typeface="+mn-ea"/>
                <a:sym typeface="+mn-lt"/>
              </a:rPr>
              <a:t>2</a:t>
            </a:r>
            <a:r>
              <a:rPr lang="zh-CN" altLang="en-US" sz="1600" dirty="0">
                <a:solidFill>
                  <a:schemeClr val="bg1"/>
                </a:solidFill>
                <a:cs typeface="+mn-ea"/>
                <a:sym typeface="+mn-lt"/>
              </a:rPr>
              <a:t>、前台简介</a:t>
            </a:r>
            <a:endParaRPr lang="en-US" altLang="zh-CN" sz="1600" dirty="0">
              <a:solidFill>
                <a:schemeClr val="bg1"/>
              </a:solidFill>
              <a:cs typeface="+mn-ea"/>
              <a:sym typeface="+mn-lt"/>
            </a:endParaRPr>
          </a:p>
          <a:p>
            <a:pPr>
              <a:lnSpc>
                <a:spcPct val="150000"/>
              </a:lnSpc>
            </a:pPr>
            <a:r>
              <a:rPr lang="en-US" sz="1600" dirty="0">
                <a:solidFill>
                  <a:schemeClr val="bg1"/>
                </a:solidFill>
                <a:cs typeface="+mn-ea"/>
                <a:sym typeface="+mn-lt"/>
              </a:rPr>
              <a:t>3</a:t>
            </a:r>
            <a:r>
              <a:rPr lang="zh-CN" altLang="en-US" sz="1600" dirty="0">
                <a:solidFill>
                  <a:schemeClr val="bg1"/>
                </a:solidFill>
                <a:cs typeface="+mn-ea"/>
                <a:sym typeface="+mn-lt"/>
              </a:rPr>
              <a:t>、后台简介</a:t>
            </a:r>
            <a:endParaRPr lang="en-ID" sz="1600" dirty="0">
              <a:solidFill>
                <a:schemeClr val="bg1"/>
              </a:solidFill>
              <a:cs typeface="+mn-ea"/>
              <a:sym typeface="+mn-lt"/>
            </a:endParaRPr>
          </a:p>
        </p:txBody>
      </p:sp>
      <p:grpSp>
        <p:nvGrpSpPr>
          <p:cNvPr id="5" name="Group 1651"/>
          <p:cNvGrpSpPr/>
          <p:nvPr/>
        </p:nvGrpSpPr>
        <p:grpSpPr>
          <a:xfrm>
            <a:off x="6435456" y="3080001"/>
            <a:ext cx="193548" cy="193548"/>
            <a:chOff x="6506160" y="2751098"/>
            <a:chExt cx="193548" cy="193548"/>
          </a:xfrm>
          <a:solidFill>
            <a:srgbClr val="384B9A"/>
          </a:solidFill>
        </p:grpSpPr>
        <p:sp>
          <p:nvSpPr>
            <p:cNvPr id="6" name="Oval 1652"/>
            <p:cNvSpPr/>
            <p:nvPr/>
          </p:nvSpPr>
          <p:spPr>
            <a:xfrm>
              <a:off x="6506160" y="2751098"/>
              <a:ext cx="193548" cy="19354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7" name="Oval 1653"/>
            <p:cNvSpPr/>
            <p:nvPr/>
          </p:nvSpPr>
          <p:spPr>
            <a:xfrm>
              <a:off x="6568298" y="2813236"/>
              <a:ext cx="69273" cy="69273"/>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grpSp>
      <p:sp>
        <p:nvSpPr>
          <p:cNvPr id="8" name="Rectangle 1655"/>
          <p:cNvSpPr/>
          <p:nvPr/>
        </p:nvSpPr>
        <p:spPr>
          <a:xfrm>
            <a:off x="6771387" y="4465762"/>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146036" y="4536424"/>
            <a:ext cx="1616148" cy="261610"/>
          </a:xfrm>
          <a:prstGeom prst="rect">
            <a:avLst/>
          </a:prstGeom>
          <a:noFill/>
        </p:spPr>
        <p:txBody>
          <a:bodyPr wrap="none" rtlCol="0">
            <a:spAutoFit/>
          </a:bodyPr>
          <a:lstStyle/>
          <a:p>
            <a:pPr algn="ctr"/>
            <a:r>
              <a:rPr lang="en-ID" sz="1100" b="1" dirty="0">
                <a:solidFill>
                  <a:schemeClr val="bg1"/>
                </a:solidFill>
                <a:cs typeface="+mn-ea"/>
                <a:sym typeface="+mn-lt"/>
              </a:rPr>
              <a:t>Project Introduction</a:t>
            </a:r>
          </a:p>
        </p:txBody>
      </p:sp>
      <p:sp>
        <p:nvSpPr>
          <p:cNvPr id="13" name="矩形 12"/>
          <p:cNvSpPr/>
          <p:nvPr/>
        </p:nvSpPr>
        <p:spPr>
          <a:xfrm>
            <a:off x="6771387" y="2105231"/>
            <a:ext cx="2646878" cy="830997"/>
          </a:xfrm>
          <a:prstGeom prst="rect">
            <a:avLst/>
          </a:prstGeom>
        </p:spPr>
        <p:txBody>
          <a:bodyPr wrap="none">
            <a:spAutoFit/>
          </a:bodyPr>
          <a:lstStyle/>
          <a:p>
            <a:r>
              <a:rPr lang="zh-CN" altLang="en-US" sz="4800" b="1" dirty="0">
                <a:solidFill>
                  <a:schemeClr val="bg1"/>
                </a:solidFill>
                <a:cs typeface="+mn-ea"/>
                <a:sym typeface="+mn-lt"/>
              </a:rPr>
              <a:t>项目简介</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descr="Image"/>
          <p:cNvPicPr>
            <a:picLocks noChangeAspect="1"/>
          </p:cNvPicPr>
          <p:nvPr/>
        </p:nvPicPr>
        <p:blipFill>
          <a:blip r:embed="rId3"/>
          <a:stretch>
            <a:fillRect/>
          </a:stretch>
        </p:blipFill>
        <p:spPr>
          <a:xfrm>
            <a:off x="7711690" y="2875021"/>
            <a:ext cx="4216618" cy="2192636"/>
          </a:xfrm>
          <a:prstGeom prst="rect">
            <a:avLst/>
          </a:prstGeom>
          <a:ln w="12700">
            <a:miter lim="400000"/>
            <a:headEnd/>
            <a:tailEnd/>
          </a:ln>
        </p:spPr>
      </p:pic>
      <p:sp>
        <p:nvSpPr>
          <p:cNvPr id="3591" name="Circle"/>
          <p:cNvSpPr/>
          <p:nvPr/>
        </p:nvSpPr>
        <p:spPr>
          <a:xfrm>
            <a:off x="3389615" y="2696378"/>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92" name="Circle"/>
          <p:cNvSpPr/>
          <p:nvPr/>
        </p:nvSpPr>
        <p:spPr>
          <a:xfrm>
            <a:off x="1787426" y="1364924"/>
            <a:ext cx="1809089" cy="180908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93" name="Circle"/>
          <p:cNvSpPr/>
          <p:nvPr/>
        </p:nvSpPr>
        <p:spPr>
          <a:xfrm>
            <a:off x="-1140203"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3594"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29" name="矩形 28"/>
          <p:cNvSpPr/>
          <p:nvPr/>
        </p:nvSpPr>
        <p:spPr>
          <a:xfrm>
            <a:off x="3837282" y="689815"/>
            <a:ext cx="5109091" cy="830997"/>
          </a:xfrm>
          <a:prstGeom prst="rect">
            <a:avLst/>
          </a:prstGeom>
        </p:spPr>
        <p:txBody>
          <a:bodyPr wrap="none">
            <a:spAutoFit/>
          </a:bodyPr>
          <a:lstStyle/>
          <a:p>
            <a:r>
              <a:rPr lang="zh-CN" altLang="en-US" sz="4800" dirty="0">
                <a:solidFill>
                  <a:schemeClr val="bg1"/>
                </a:solidFill>
                <a:cs typeface="+mn-ea"/>
                <a:sym typeface="+mn-lt"/>
              </a:rPr>
              <a:t>“书苑“项目概述</a:t>
            </a:r>
          </a:p>
        </p:txBody>
      </p:sp>
      <p:sp>
        <p:nvSpPr>
          <p:cNvPr id="14" name="文本框 13"/>
          <p:cNvSpPr txBox="1"/>
          <p:nvPr/>
        </p:nvSpPr>
        <p:spPr>
          <a:xfrm>
            <a:off x="430280" y="2150442"/>
            <a:ext cx="6859658" cy="2674899"/>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zh-CN" altLang="en-US" dirty="0">
                <a:solidFill>
                  <a:schemeClr val="bg1"/>
                </a:solidFill>
              </a:rPr>
              <a:t>特殊：我们的系统是一个交互型的图书管理系统。</a:t>
            </a:r>
            <a:endParaRPr lang="en-US" altLang="zh-CN" dirty="0">
              <a:solidFill>
                <a:schemeClr val="bg1"/>
              </a:solidFill>
            </a:endParaRPr>
          </a:p>
          <a:p>
            <a:pPr marL="342900" indent="-342900">
              <a:lnSpc>
                <a:spcPct val="150000"/>
              </a:lnSpc>
              <a:buFont typeface="Arial" panose="020B0604020202020204" pitchFamily="34" charset="0"/>
              <a:buChar char="•"/>
            </a:pPr>
            <a:r>
              <a:rPr lang="zh-CN" altLang="en-US" dirty="0">
                <a:solidFill>
                  <a:schemeClr val="bg1"/>
                </a:solidFill>
              </a:rPr>
              <a:t>前台功能：我们有评论和点赞机制来链接用户与用户、用户与书籍，用户可在前台实现对书籍的借阅、评论、收藏、点赞与归还等操作。</a:t>
            </a:r>
            <a:endParaRPr lang="en-US" altLang="zh-CN" dirty="0">
              <a:solidFill>
                <a:schemeClr val="bg1"/>
              </a:solidFill>
            </a:endParaRPr>
          </a:p>
          <a:p>
            <a:pPr marL="342900" indent="-342900">
              <a:lnSpc>
                <a:spcPct val="150000"/>
              </a:lnSpc>
              <a:buFont typeface="Arial" panose="020B0604020202020204" pitchFamily="34" charset="0"/>
              <a:buChar char="•"/>
            </a:pPr>
            <a:r>
              <a:rPr lang="zh-CN" altLang="en-US" dirty="0">
                <a:solidFill>
                  <a:schemeClr val="bg1"/>
                </a:solidFill>
              </a:rPr>
              <a:t>后台功能：管理员可对用户产生的信息进行操作（审核通过或删除等）。</a:t>
            </a:r>
          </a:p>
        </p:txBody>
      </p:sp>
      <p:sp>
        <p:nvSpPr>
          <p:cNvPr id="30" name="Circle"/>
          <p:cNvSpPr/>
          <p:nvPr/>
        </p:nvSpPr>
        <p:spPr>
          <a:xfrm>
            <a:off x="8915455" y="3547216"/>
            <a:ext cx="1809089" cy="180908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1" name="Circle"/>
          <p:cNvSpPr/>
          <p:nvPr/>
        </p:nvSpPr>
        <p:spPr>
          <a:xfrm>
            <a:off x="8331590" y="1991170"/>
            <a:ext cx="1510249" cy="1461050"/>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solidFill>
                <a:schemeClr val="bg1"/>
              </a:solidFill>
              <a:cs typeface="+mn-ea"/>
              <a:sym typeface="+mn-lt"/>
            </a:endParaRPr>
          </a:p>
        </p:txBody>
      </p:sp>
      <p:sp>
        <p:nvSpPr>
          <p:cNvPr id="32" name="Circle"/>
          <p:cNvSpPr/>
          <p:nvPr/>
        </p:nvSpPr>
        <p:spPr>
          <a:xfrm>
            <a:off x="6311566" y="3817826"/>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12509" y="3010204"/>
            <a:ext cx="3213218" cy="1796225"/>
          </a:xfrm>
          <a:prstGeom prst="rect">
            <a:avLst/>
          </a:prstGeom>
        </p:spPr>
      </p:pic>
      <p:sp>
        <p:nvSpPr>
          <p:cNvPr id="50" name="Circle"/>
          <p:cNvSpPr/>
          <p:nvPr/>
        </p:nvSpPr>
        <p:spPr>
          <a:xfrm>
            <a:off x="1093793" y="5764447"/>
            <a:ext cx="1809089" cy="180908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51" name="Shape"/>
          <p:cNvSpPr/>
          <p:nvPr/>
        </p:nvSpPr>
        <p:spPr>
          <a:xfrm>
            <a:off x="10199908" y="1801191"/>
            <a:ext cx="349251" cy="34925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DA3977"/>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52" name="Booking…"/>
          <p:cNvSpPr txBox="1"/>
          <p:nvPr/>
        </p:nvSpPr>
        <p:spPr>
          <a:xfrm>
            <a:off x="10523094" y="2069467"/>
            <a:ext cx="1120500" cy="608756"/>
          </a:xfrm>
          <a:prstGeom prst="rect">
            <a:avLst/>
          </a:prstGeom>
          <a:ln w="12700">
            <a:miter lim="400000"/>
          </a:ln>
        </p:spPr>
        <p:txBody>
          <a:bodyPr wrap="non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en-US" altLang="zh-CN" sz="1750" dirty="0">
                <a:solidFill>
                  <a:schemeClr val="bg1"/>
                </a:solidFill>
                <a:cs typeface="+mn-ea"/>
                <a:sym typeface="+mn-lt"/>
              </a:rPr>
              <a:t>Accessing</a:t>
            </a:r>
          </a:p>
          <a:p>
            <a:pPr>
              <a:lnSpc>
                <a:spcPct val="150000"/>
              </a:lnSpc>
              <a:defRPr sz="3500" b="0">
                <a:solidFill>
                  <a:srgbClr val="2B2F3C"/>
                </a:solidFill>
                <a:latin typeface="Montserrat Light"/>
                <a:ea typeface="Montserrat Light"/>
                <a:cs typeface="Montserrat Light"/>
                <a:sym typeface="Montserrat Light"/>
              </a:defRPr>
            </a:pPr>
            <a:r>
              <a:rPr lang="en-US" sz="1000" dirty="0">
                <a:solidFill>
                  <a:schemeClr val="bg1"/>
                </a:solidFill>
                <a:cs typeface="+mn-ea"/>
                <a:sym typeface="+mn-lt"/>
              </a:rPr>
              <a:t>Book Garden</a:t>
            </a:r>
            <a:endParaRPr sz="1000" dirty="0">
              <a:solidFill>
                <a:schemeClr val="bg1"/>
              </a:solidFill>
              <a:cs typeface="+mn-ea"/>
              <a:sym typeface="+mn-lt"/>
            </a:endParaRPr>
          </a:p>
        </p:txBody>
      </p:sp>
      <p:sp>
        <p:nvSpPr>
          <p:cNvPr id="18"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Circle"/>
          <p:cNvSpPr/>
          <p:nvPr/>
        </p:nvSpPr>
        <p:spPr>
          <a:xfrm>
            <a:off x="8458276" y="1583254"/>
            <a:ext cx="1510249" cy="1372428"/>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2" name="Circle"/>
          <p:cNvSpPr/>
          <p:nvPr/>
        </p:nvSpPr>
        <p:spPr>
          <a:xfrm>
            <a:off x="7361438" y="5155765"/>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pic>
        <p:nvPicPr>
          <p:cNvPr id="3989" name="Image" descr="Image"/>
          <p:cNvPicPr>
            <a:picLocks noChangeAspect="1"/>
          </p:cNvPicPr>
          <p:nvPr/>
        </p:nvPicPr>
        <p:blipFill>
          <a:blip r:embed="rId3"/>
          <a:stretch>
            <a:fillRect/>
          </a:stretch>
        </p:blipFill>
        <p:spPr>
          <a:xfrm>
            <a:off x="8578849" y="1296398"/>
            <a:ext cx="1836224" cy="3859367"/>
          </a:xfrm>
          <a:prstGeom prst="rect">
            <a:avLst/>
          </a:prstGeom>
          <a:ln w="12700">
            <a:miter lim="400000"/>
            <a:headEnd/>
            <a:tailEnd/>
          </a:ln>
        </p:spPr>
      </p:pic>
      <p:sp>
        <p:nvSpPr>
          <p:cNvPr id="3994" name="Shape"/>
          <p:cNvSpPr/>
          <p:nvPr/>
        </p:nvSpPr>
        <p:spPr>
          <a:xfrm>
            <a:off x="10535646" y="2876830"/>
            <a:ext cx="349251" cy="34925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DA3977"/>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17" name="Booking…"/>
          <p:cNvSpPr txBox="1"/>
          <p:nvPr/>
        </p:nvSpPr>
        <p:spPr>
          <a:xfrm>
            <a:off x="10839075" y="3180426"/>
            <a:ext cx="1120500" cy="608756"/>
          </a:xfrm>
          <a:prstGeom prst="rect">
            <a:avLst/>
          </a:prstGeom>
          <a:ln w="12700">
            <a:miter lim="400000"/>
          </a:ln>
        </p:spPr>
        <p:txBody>
          <a:bodyPr wrap="non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en-US" altLang="zh-CN" sz="1750" dirty="0">
                <a:solidFill>
                  <a:schemeClr val="bg1"/>
                </a:solidFill>
                <a:cs typeface="+mn-ea"/>
                <a:sym typeface="+mn-lt"/>
              </a:rPr>
              <a:t>Accessing</a:t>
            </a:r>
          </a:p>
          <a:p>
            <a:pPr>
              <a:lnSpc>
                <a:spcPct val="150000"/>
              </a:lnSpc>
              <a:defRPr sz="3500" b="0">
                <a:solidFill>
                  <a:srgbClr val="2B2F3C"/>
                </a:solidFill>
                <a:latin typeface="Montserrat Light"/>
                <a:ea typeface="Montserrat Light"/>
                <a:cs typeface="Montserrat Light"/>
                <a:sym typeface="Montserrat Light"/>
              </a:defRPr>
            </a:pPr>
            <a:r>
              <a:rPr lang="en-US" sz="1000" dirty="0">
                <a:solidFill>
                  <a:schemeClr val="bg1"/>
                </a:solidFill>
                <a:cs typeface="+mn-ea"/>
                <a:sym typeface="+mn-lt"/>
              </a:rPr>
              <a:t>Book Garden</a:t>
            </a:r>
            <a:endParaRPr sz="1000" dirty="0">
              <a:solidFill>
                <a:schemeClr val="bg1"/>
              </a:solidFill>
              <a:cs typeface="+mn-ea"/>
              <a:sym typeface="+mn-lt"/>
            </a:endParaRPr>
          </a:p>
        </p:txBody>
      </p:sp>
      <p:sp>
        <p:nvSpPr>
          <p:cNvPr id="18" name="Stop giving up.…"/>
          <p:cNvSpPr txBox="1"/>
          <p:nvPr/>
        </p:nvSpPr>
        <p:spPr>
          <a:xfrm>
            <a:off x="1020500" y="2253698"/>
            <a:ext cx="6837725" cy="2462213"/>
          </a:xfrm>
          <a:prstGeom prst="rect">
            <a:avLst/>
          </a:prstGeom>
          <a:ln w="12700">
            <a:miter lim="400000"/>
          </a:ln>
        </p:spPr>
        <p:txBody>
          <a:bodyPr wrap="square" lIns="0" tIns="0" rIns="0" bIns="0">
            <a:spAutoFit/>
          </a:bodyPr>
          <a:lstStyle/>
          <a:p>
            <a:pPr marL="342900" indent="-342900">
              <a:lnSpc>
                <a:spcPct val="200000"/>
              </a:lnSpc>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功能：设计了书籍点赞、书籍评论和评论点赞。</a:t>
            </a:r>
            <a:endParaRPr lang="en-US" altLang="zh-CN" sz="2000" dirty="0">
              <a:solidFill>
                <a:schemeClr val="bg1"/>
              </a:solidFill>
              <a:cs typeface="+mn-ea"/>
              <a:sym typeface="+mn-lt"/>
            </a:endParaRPr>
          </a:p>
          <a:p>
            <a:pPr marL="342900" indent="-342900">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个性：系统利用热评机制和热门书籍机制为普通用户在首页推送其可能感兴趣的书籍和相关评论。</a:t>
            </a:r>
            <a:endParaRPr lang="en-US" altLang="zh-CN" sz="2000" dirty="0">
              <a:solidFill>
                <a:schemeClr val="bg1"/>
              </a:solidFill>
              <a:cs typeface="+mn-ea"/>
              <a:sym typeface="+mn-lt"/>
            </a:endParaRPr>
          </a:p>
          <a:p>
            <a:pPr marL="342900" indent="-342900">
              <a:lnSpc>
                <a:spcPct val="200000"/>
              </a:lnSpc>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便识：书籍详细信息页面，展示书籍相关评论。</a:t>
            </a:r>
            <a:endParaRPr lang="en-US" altLang="zh-CN" sz="2000" dirty="0">
              <a:solidFill>
                <a:schemeClr val="bg1"/>
              </a:solidFill>
              <a:cs typeface="+mn-ea"/>
              <a:sym typeface="+mn-lt"/>
            </a:endParaRPr>
          </a:p>
          <a:p>
            <a:pPr marL="342900" indent="-342900">
              <a:buFont typeface="Arial" panose="020B0604020202020204" pitchFamily="34" charset="0"/>
              <a:buChar char="•"/>
              <a:defRPr sz="7000" b="0">
                <a:solidFill>
                  <a:srgbClr val="2B2F3C"/>
                </a:solidFill>
                <a:latin typeface="Montserrat SemiBold"/>
                <a:ea typeface="Montserrat SemiBold"/>
                <a:cs typeface="Montserrat SemiBold"/>
                <a:sym typeface="Montserrat SemiBold"/>
              </a:defRPr>
            </a:pPr>
            <a:r>
              <a:rPr lang="zh-CN" altLang="en-US" sz="2000" dirty="0">
                <a:solidFill>
                  <a:schemeClr val="bg1"/>
                </a:solidFill>
                <a:cs typeface="+mn-ea"/>
                <a:sym typeface="+mn-lt"/>
              </a:rPr>
              <a:t>便捷：用户信息界面，普通用户可管理关于自己的借阅关系以及个人资料的修改。</a:t>
            </a:r>
            <a:endParaRPr sz="2000" dirty="0">
              <a:solidFill>
                <a:schemeClr val="bg1"/>
              </a:solidFill>
              <a:cs typeface="+mn-ea"/>
              <a:sym typeface="+mn-lt"/>
            </a:endParaRPr>
          </a:p>
        </p:txBody>
      </p:sp>
      <p:sp>
        <p:nvSpPr>
          <p:cNvPr id="21" name="矩形 20"/>
          <p:cNvSpPr/>
          <p:nvPr/>
        </p:nvSpPr>
        <p:spPr>
          <a:xfrm>
            <a:off x="1215067" y="875734"/>
            <a:ext cx="2236510" cy="707886"/>
          </a:xfrm>
          <a:prstGeom prst="rect">
            <a:avLst/>
          </a:prstGeom>
        </p:spPr>
        <p:txBody>
          <a:bodyPr wrap="none">
            <a:spAutoFit/>
          </a:bodyPr>
          <a:lstStyle/>
          <a:p>
            <a:r>
              <a:rPr lang="zh-CN" altLang="en-US" sz="4000" dirty="0">
                <a:solidFill>
                  <a:schemeClr val="bg1"/>
                </a:solidFill>
                <a:cs typeface="+mn-ea"/>
                <a:sym typeface="+mn-lt"/>
              </a:rPr>
              <a:t>前台简介</a:t>
            </a:r>
          </a:p>
        </p:txBody>
      </p:sp>
      <p:pic>
        <p:nvPicPr>
          <p:cNvPr id="23" name="图片占位符 22"/>
          <p:cNvPicPr>
            <a:picLocks noGrp="1" noChangeAspect="1"/>
          </p:cNvPicPr>
          <p:nvPr>
            <p:ph type="pic" sz="quarter" idx="15"/>
          </p:nvPr>
        </p:nvPicPr>
        <p:blipFill rotWithShape="1">
          <a:blip r:embed="rId4" cstate="print">
            <a:extLst>
              <a:ext uri="{28A0092B-C50C-407E-A947-70E740481C1C}">
                <a14:useLocalDpi xmlns:a14="http://schemas.microsoft.com/office/drawing/2010/main" val="0"/>
              </a:ext>
            </a:extLst>
          </a:blip>
          <a:srcRect l="34618" r="33600" b="6523"/>
          <a:stretch>
            <a:fillRect/>
          </a:stretch>
        </p:blipFill>
        <p:spPr>
          <a:xfrm>
            <a:off x="8706516" y="1887962"/>
            <a:ext cx="1580889" cy="2745119"/>
          </a:xfrm>
        </p:spPr>
      </p:pic>
      <p:sp>
        <p:nvSpPr>
          <p:cNvPr id="30" name="Circle"/>
          <p:cNvSpPr/>
          <p:nvPr/>
        </p:nvSpPr>
        <p:spPr>
          <a:xfrm>
            <a:off x="-1140203"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31" name="Circle"/>
          <p:cNvSpPr/>
          <p:nvPr/>
        </p:nvSpPr>
        <p:spPr>
          <a:xfrm>
            <a:off x="5934660" y="1813844"/>
            <a:ext cx="1748888" cy="1741206"/>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34" name="Circle"/>
          <p:cNvSpPr/>
          <p:nvPr/>
        </p:nvSpPr>
        <p:spPr>
          <a:xfrm>
            <a:off x="4025508" y="4170417"/>
            <a:ext cx="1120500" cy="1101689"/>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13"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ircle"/>
          <p:cNvSpPr/>
          <p:nvPr/>
        </p:nvSpPr>
        <p:spPr>
          <a:xfrm>
            <a:off x="2789674" y="1562016"/>
            <a:ext cx="1748888" cy="1741206"/>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37" name="Circle"/>
          <p:cNvSpPr/>
          <p:nvPr/>
        </p:nvSpPr>
        <p:spPr>
          <a:xfrm>
            <a:off x="4183653" y="3405399"/>
            <a:ext cx="1748888" cy="1741206"/>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3997" name="Freeform 9"/>
          <p:cNvSpPr/>
          <p:nvPr/>
        </p:nvSpPr>
        <p:spPr>
          <a:xfrm>
            <a:off x="3109880" y="-662"/>
            <a:ext cx="148432" cy="1587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481" y="21600"/>
                </a:lnTo>
                <a:lnTo>
                  <a:pt x="0" y="8424"/>
                </a:lnTo>
                <a:lnTo>
                  <a:pt x="21600" y="0"/>
                </a:lnTo>
                <a:close/>
              </a:path>
            </a:pathLst>
          </a:custGeom>
          <a:solidFill>
            <a:srgbClr val="00A19C"/>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3998" name="Freeform 10"/>
          <p:cNvSpPr/>
          <p:nvPr/>
        </p:nvSpPr>
        <p:spPr>
          <a:xfrm>
            <a:off x="9363307" y="105701"/>
            <a:ext cx="358776" cy="359570"/>
          </a:xfrm>
          <a:custGeom>
            <a:avLst/>
            <a:gdLst/>
            <a:ahLst/>
            <a:cxnLst>
              <a:cxn ang="0">
                <a:pos x="wd2" y="hd2"/>
              </a:cxn>
              <a:cxn ang="5400000">
                <a:pos x="wd2" y="hd2"/>
              </a:cxn>
              <a:cxn ang="10800000">
                <a:pos x="wd2" y="hd2"/>
              </a:cxn>
              <a:cxn ang="16200000">
                <a:pos x="wd2" y="hd2"/>
              </a:cxn>
            </a:cxnLst>
            <a:rect l="0" t="0" r="r" b="b"/>
            <a:pathLst>
              <a:path w="21600" h="21600" extrusionOk="0">
                <a:moveTo>
                  <a:pt x="16582" y="0"/>
                </a:moveTo>
                <a:lnTo>
                  <a:pt x="21600" y="16546"/>
                </a:lnTo>
                <a:lnTo>
                  <a:pt x="5113" y="21600"/>
                </a:lnTo>
                <a:lnTo>
                  <a:pt x="0" y="5102"/>
                </a:lnTo>
                <a:lnTo>
                  <a:pt x="16582" y="0"/>
                </a:lnTo>
                <a:close/>
              </a:path>
            </a:pathLst>
          </a:custGeom>
          <a:solidFill>
            <a:srgbClr val="1992AA">
              <a:alpha val="90000"/>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3999" name="Freeform 11"/>
          <p:cNvSpPr/>
          <p:nvPr/>
        </p:nvSpPr>
        <p:spPr>
          <a:xfrm>
            <a:off x="6482765" y="1280757"/>
            <a:ext cx="228601" cy="228601"/>
          </a:xfrm>
          <a:custGeom>
            <a:avLst/>
            <a:gdLst/>
            <a:ahLst/>
            <a:cxnLst>
              <a:cxn ang="0">
                <a:pos x="wd2" y="hd2"/>
              </a:cxn>
              <a:cxn ang="5400000">
                <a:pos x="wd2" y="hd2"/>
              </a:cxn>
              <a:cxn ang="10800000">
                <a:pos x="wd2" y="hd2"/>
              </a:cxn>
              <a:cxn ang="16200000">
                <a:pos x="wd2" y="hd2"/>
              </a:cxn>
            </a:cxnLst>
            <a:rect l="0" t="0" r="r" b="b"/>
            <a:pathLst>
              <a:path w="21600" h="21600" extrusionOk="0">
                <a:moveTo>
                  <a:pt x="16575" y="0"/>
                </a:moveTo>
                <a:lnTo>
                  <a:pt x="21600" y="16575"/>
                </a:lnTo>
                <a:lnTo>
                  <a:pt x="4950" y="21600"/>
                </a:lnTo>
                <a:lnTo>
                  <a:pt x="0" y="5025"/>
                </a:lnTo>
                <a:lnTo>
                  <a:pt x="16575" y="0"/>
                </a:lnTo>
                <a:close/>
              </a:path>
            </a:pathLst>
          </a:custGeom>
          <a:solidFill>
            <a:srgbClr val="5C33E6">
              <a:alpha val="60000"/>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sp>
        <p:nvSpPr>
          <p:cNvPr id="4000" name="Freeform 13"/>
          <p:cNvSpPr/>
          <p:nvPr/>
        </p:nvSpPr>
        <p:spPr>
          <a:xfrm>
            <a:off x="3128930" y="1925770"/>
            <a:ext cx="146051" cy="1587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783" y="21600"/>
                </a:lnTo>
                <a:lnTo>
                  <a:pt x="0" y="8316"/>
                </a:lnTo>
                <a:lnTo>
                  <a:pt x="21600" y="0"/>
                </a:lnTo>
                <a:close/>
              </a:path>
            </a:pathLst>
          </a:custGeom>
          <a:solidFill>
            <a:srgbClr val="5C33E6"/>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1" name="Freeform 15"/>
          <p:cNvSpPr/>
          <p:nvPr/>
        </p:nvSpPr>
        <p:spPr>
          <a:xfrm>
            <a:off x="1663667" y="1152657"/>
            <a:ext cx="154782" cy="154782"/>
          </a:xfrm>
          <a:custGeom>
            <a:avLst/>
            <a:gdLst/>
            <a:ahLst/>
            <a:cxnLst>
              <a:cxn ang="0">
                <a:pos x="wd2" y="hd2"/>
              </a:cxn>
              <a:cxn ang="5400000">
                <a:pos x="wd2" y="hd2"/>
              </a:cxn>
              <a:cxn ang="10800000">
                <a:pos x="wd2" y="hd2"/>
              </a:cxn>
              <a:cxn ang="16200000">
                <a:pos x="wd2" y="hd2"/>
              </a:cxn>
            </a:cxnLst>
            <a:rect l="0" t="0" r="r" b="b"/>
            <a:pathLst>
              <a:path w="21600" h="21600" extrusionOk="0">
                <a:moveTo>
                  <a:pt x="21600" y="7975"/>
                </a:moveTo>
                <a:lnTo>
                  <a:pt x="13957" y="21600"/>
                </a:lnTo>
                <a:lnTo>
                  <a:pt x="0" y="13957"/>
                </a:lnTo>
                <a:lnTo>
                  <a:pt x="7975" y="0"/>
                </a:lnTo>
                <a:lnTo>
                  <a:pt x="21600" y="7975"/>
                </a:lnTo>
                <a:close/>
              </a:path>
            </a:pathLst>
          </a:custGeom>
          <a:solidFill>
            <a:srgbClr val="EF3755"/>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2" name="Oval 16"/>
          <p:cNvSpPr/>
          <p:nvPr/>
        </p:nvSpPr>
        <p:spPr>
          <a:xfrm>
            <a:off x="9257845" y="5814258"/>
            <a:ext cx="96045" cy="95251"/>
          </a:xfrm>
          <a:prstGeom prst="ellipse">
            <a:avLst/>
          </a:prstGeom>
          <a:solidFill>
            <a:srgbClr val="FF6802"/>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sp>
        <p:nvSpPr>
          <p:cNvPr id="4003" name="Oval 17"/>
          <p:cNvSpPr/>
          <p:nvPr/>
        </p:nvSpPr>
        <p:spPr>
          <a:xfrm>
            <a:off x="8544264" y="1523644"/>
            <a:ext cx="284164" cy="283370"/>
          </a:xfrm>
          <a:prstGeom prst="ellipse">
            <a:avLst/>
          </a:prstGeom>
          <a:solidFill>
            <a:srgbClr val="FF2841">
              <a:alpha val="20000"/>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sp>
        <p:nvSpPr>
          <p:cNvPr id="4004" name="Freeform 10"/>
          <p:cNvSpPr/>
          <p:nvPr/>
        </p:nvSpPr>
        <p:spPr>
          <a:xfrm>
            <a:off x="2446040" y="5023379"/>
            <a:ext cx="226908" cy="227410"/>
          </a:xfrm>
          <a:custGeom>
            <a:avLst/>
            <a:gdLst/>
            <a:ahLst/>
            <a:cxnLst>
              <a:cxn ang="0">
                <a:pos x="wd2" y="hd2"/>
              </a:cxn>
              <a:cxn ang="5400000">
                <a:pos x="wd2" y="hd2"/>
              </a:cxn>
              <a:cxn ang="10800000">
                <a:pos x="wd2" y="hd2"/>
              </a:cxn>
              <a:cxn ang="16200000">
                <a:pos x="wd2" y="hd2"/>
              </a:cxn>
            </a:cxnLst>
            <a:rect l="0" t="0" r="r" b="b"/>
            <a:pathLst>
              <a:path w="21600" h="21600" extrusionOk="0">
                <a:moveTo>
                  <a:pt x="16582" y="0"/>
                </a:moveTo>
                <a:lnTo>
                  <a:pt x="21600" y="16546"/>
                </a:lnTo>
                <a:lnTo>
                  <a:pt x="5113" y="21600"/>
                </a:lnTo>
                <a:lnTo>
                  <a:pt x="0" y="5102"/>
                </a:lnTo>
                <a:lnTo>
                  <a:pt x="16582" y="0"/>
                </a:lnTo>
                <a:close/>
              </a:path>
            </a:pathLst>
          </a:custGeom>
          <a:solidFill>
            <a:srgbClr val="1992AA"/>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5" name="Oval 17"/>
          <p:cNvSpPr/>
          <p:nvPr/>
        </p:nvSpPr>
        <p:spPr>
          <a:xfrm>
            <a:off x="684286" y="5341045"/>
            <a:ext cx="284164" cy="283370"/>
          </a:xfrm>
          <a:prstGeom prst="ellipse">
            <a:avLst/>
          </a:prstGeom>
          <a:solidFill>
            <a:srgbClr val="FF2841"/>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06" name="Freeform 13"/>
          <p:cNvSpPr/>
          <p:nvPr/>
        </p:nvSpPr>
        <p:spPr>
          <a:xfrm rot="3475792">
            <a:off x="4110627" y="5484203"/>
            <a:ext cx="146051" cy="15875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783" y="21600"/>
                </a:lnTo>
                <a:lnTo>
                  <a:pt x="0" y="8316"/>
                </a:lnTo>
                <a:lnTo>
                  <a:pt x="21600" y="0"/>
                </a:lnTo>
                <a:close/>
              </a:path>
            </a:pathLst>
          </a:custGeom>
          <a:solidFill>
            <a:srgbClr val="4D88C2"/>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solidFill>
                <a:schemeClr val="bg1"/>
              </a:solidFill>
              <a:cs typeface="+mn-ea"/>
              <a:sym typeface="+mn-lt"/>
            </a:endParaRPr>
          </a:p>
        </p:txBody>
      </p:sp>
      <p:pic>
        <p:nvPicPr>
          <p:cNvPr id="4008" name="Image" descr="Image"/>
          <p:cNvPicPr>
            <a:picLocks noChangeAspect="1"/>
          </p:cNvPicPr>
          <p:nvPr/>
        </p:nvPicPr>
        <p:blipFill>
          <a:blip r:embed="rId3" cstate="screen"/>
          <a:stretch>
            <a:fillRect/>
          </a:stretch>
        </p:blipFill>
        <p:spPr>
          <a:xfrm rot="5400000">
            <a:off x="1779676" y="1665112"/>
            <a:ext cx="2440255" cy="4062708"/>
          </a:xfrm>
          <a:prstGeom prst="rect">
            <a:avLst/>
          </a:prstGeom>
          <a:ln w="12700">
            <a:miter lim="400000"/>
            <a:headEnd/>
            <a:tailEnd/>
          </a:ln>
        </p:spPr>
      </p:pic>
      <p:sp>
        <p:nvSpPr>
          <p:cNvPr id="4011" name="Circle"/>
          <p:cNvSpPr/>
          <p:nvPr/>
        </p:nvSpPr>
        <p:spPr>
          <a:xfrm>
            <a:off x="6219240" y="5339441"/>
            <a:ext cx="423334" cy="423334"/>
          </a:xfrm>
          <a:prstGeom prst="ellipse">
            <a:avLst/>
          </a:prstGeom>
          <a:gradFill>
            <a:gsLst>
              <a:gs pos="0">
                <a:srgbClr val="5C33E6"/>
              </a:gs>
              <a:gs pos="100000">
                <a:srgbClr val="8B3AE5"/>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2" name="Circle"/>
          <p:cNvSpPr/>
          <p:nvPr/>
        </p:nvSpPr>
        <p:spPr>
          <a:xfrm>
            <a:off x="6139865" y="5265653"/>
            <a:ext cx="571501" cy="571501"/>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3" name="Shape"/>
          <p:cNvSpPr/>
          <p:nvPr/>
        </p:nvSpPr>
        <p:spPr>
          <a:xfrm>
            <a:off x="6298615" y="5438793"/>
            <a:ext cx="254001" cy="25400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4014" name="Circle"/>
          <p:cNvSpPr/>
          <p:nvPr/>
        </p:nvSpPr>
        <p:spPr>
          <a:xfrm>
            <a:off x="7128328" y="5354126"/>
            <a:ext cx="423334" cy="423334"/>
          </a:xfrm>
          <a:prstGeom prst="ellipse">
            <a:avLst/>
          </a:prstGeom>
          <a:gradFill>
            <a:gsLst>
              <a:gs pos="0">
                <a:srgbClr val="FF2841"/>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5" name="Circle"/>
          <p:cNvSpPr/>
          <p:nvPr/>
        </p:nvSpPr>
        <p:spPr>
          <a:xfrm>
            <a:off x="7058424" y="5265746"/>
            <a:ext cx="571501" cy="571501"/>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6" name="Shape"/>
          <p:cNvSpPr/>
          <p:nvPr/>
        </p:nvSpPr>
        <p:spPr>
          <a:xfrm>
            <a:off x="7189607" y="5448120"/>
            <a:ext cx="254001" cy="23091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4017" name="Circle"/>
          <p:cNvSpPr/>
          <p:nvPr/>
        </p:nvSpPr>
        <p:spPr>
          <a:xfrm>
            <a:off x="8022746" y="5335743"/>
            <a:ext cx="423334" cy="423334"/>
          </a:xfrm>
          <a:prstGeom prst="ellipse">
            <a:avLst/>
          </a:prstGeom>
          <a:gradFill>
            <a:gsLst>
              <a:gs pos="0">
                <a:srgbClr val="1992AA"/>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8" name="Circle"/>
          <p:cNvSpPr/>
          <p:nvPr/>
        </p:nvSpPr>
        <p:spPr>
          <a:xfrm>
            <a:off x="7943370" y="5261955"/>
            <a:ext cx="571501" cy="571501"/>
          </a:xfrm>
          <a:prstGeom prst="ellipse">
            <a:avLst/>
          </a:prstGeom>
          <a:gradFill>
            <a:gsLst>
              <a:gs pos="0">
                <a:srgbClr val="1992AA">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19" name="Shape"/>
          <p:cNvSpPr/>
          <p:nvPr/>
        </p:nvSpPr>
        <p:spPr>
          <a:xfrm>
            <a:off x="8107412" y="5420410"/>
            <a:ext cx="254001" cy="254001"/>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29" name="Making money is art…"/>
          <p:cNvSpPr txBox="1"/>
          <p:nvPr/>
        </p:nvSpPr>
        <p:spPr>
          <a:xfrm>
            <a:off x="5757396" y="2084521"/>
            <a:ext cx="4395452" cy="3097002"/>
          </a:xfrm>
          <a:prstGeom prst="rect">
            <a:avLst/>
          </a:prstGeom>
          <a:ln w="12700">
            <a:miter lim="400000"/>
          </a:ln>
        </p:spPr>
        <p:txBody>
          <a:bodyPr wrap="square" lIns="0" tIns="0" rIns="0" bIns="0">
            <a:spAutoFit/>
          </a:bodyPr>
          <a:lstStyle/>
          <a:p>
            <a:pPr marL="285750" indent="-285750" algn="l">
              <a:lnSpc>
                <a:spcPct val="200000"/>
              </a:lnSpc>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专一：专为管理员设计</a:t>
            </a:r>
            <a:endParaRPr lang="en-US" altLang="zh-CN" sz="1750" dirty="0">
              <a:solidFill>
                <a:schemeClr val="bg1"/>
              </a:solidFill>
              <a:cs typeface="+mn-ea"/>
              <a:sym typeface="+mn-lt"/>
            </a:endParaRPr>
          </a:p>
          <a:p>
            <a:pPr marL="285750" indent="-285750" algn="l">
              <a:lnSpc>
                <a:spcPct val="150000"/>
              </a:lnSpc>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分类：管理员分为普通管理员和超级管理员两个类别。</a:t>
            </a:r>
            <a:endParaRPr lang="en-US" altLang="zh-CN" sz="1750" dirty="0">
              <a:solidFill>
                <a:schemeClr val="bg1"/>
              </a:solidFill>
              <a:cs typeface="+mn-ea"/>
              <a:sym typeface="+mn-lt"/>
            </a:endParaRPr>
          </a:p>
          <a:p>
            <a:pPr marL="285750" indent="-285750" algn="l">
              <a:lnSpc>
                <a:spcPct val="150000"/>
              </a:lnSpc>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职权：</a:t>
            </a:r>
            <a:endParaRPr lang="en-US" altLang="zh-CN" sz="1750" dirty="0">
              <a:solidFill>
                <a:schemeClr val="bg1"/>
              </a:solidFill>
              <a:cs typeface="+mn-ea"/>
              <a:sym typeface="+mn-lt"/>
            </a:endParaRPr>
          </a:p>
          <a:p>
            <a:pPr marL="742950" lvl="1" indent="-285750">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超级管理员：可设置及撤销管理员的权限。</a:t>
            </a:r>
            <a:endParaRPr lang="en-US" altLang="zh-CN" sz="1750" dirty="0">
              <a:solidFill>
                <a:schemeClr val="bg1"/>
              </a:solidFill>
              <a:cs typeface="+mn-ea"/>
              <a:sym typeface="+mn-lt"/>
            </a:endParaRPr>
          </a:p>
          <a:p>
            <a:pPr marL="742950" lvl="1" indent="-285750">
              <a:buFont typeface="Arial" panose="020B0604020202020204" pitchFamily="34" charset="0"/>
              <a:buChar char="•"/>
              <a:defRPr sz="3500" b="0">
                <a:solidFill>
                  <a:srgbClr val="2B2F3C"/>
                </a:solidFill>
                <a:latin typeface="Montserrat Light"/>
                <a:ea typeface="Montserrat Light"/>
                <a:cs typeface="Montserrat Light"/>
                <a:sym typeface="Montserrat Light"/>
              </a:defRPr>
            </a:pPr>
            <a:r>
              <a:rPr lang="zh-CN" altLang="en-US" sz="1750" dirty="0">
                <a:solidFill>
                  <a:schemeClr val="bg1"/>
                </a:solidFill>
                <a:cs typeface="+mn-ea"/>
                <a:sym typeface="+mn-lt"/>
              </a:rPr>
              <a:t>所有管理员：都可在后台实现对用户、书籍、借阅关系和网站的系统管理，为管理员提供更简便的管理方式。</a:t>
            </a:r>
            <a:endParaRPr sz="1750" dirty="0">
              <a:solidFill>
                <a:schemeClr val="bg1"/>
              </a:solidFill>
              <a:cs typeface="+mn-ea"/>
              <a:sym typeface="+mn-lt"/>
            </a:endParaRPr>
          </a:p>
        </p:txBody>
      </p:sp>
      <p:sp>
        <p:nvSpPr>
          <p:cNvPr id="30" name="Distinctively develop e-markets without partnerships.…"/>
          <p:cNvSpPr txBox="1"/>
          <p:nvPr/>
        </p:nvSpPr>
        <p:spPr>
          <a:xfrm>
            <a:off x="6425616" y="5319168"/>
            <a:ext cx="65" cy="204800"/>
          </a:xfrm>
          <a:prstGeom prst="rect">
            <a:avLst/>
          </a:prstGeom>
          <a:ln w="12700">
            <a:miter lim="400000"/>
          </a:ln>
        </p:spPr>
        <p:txBody>
          <a:bodyPr wrap="none" lIns="0" tIns="0" rIns="0" bIns="0">
            <a:spAutoFit/>
          </a:bodyPr>
          <a:lstStyle/>
          <a:p>
            <a:pPr algn="l">
              <a:lnSpc>
                <a:spcPct val="150000"/>
              </a:lnSpc>
              <a:defRPr sz="2000" b="0">
                <a:solidFill>
                  <a:srgbClr val="696F78"/>
                </a:solidFill>
                <a:latin typeface="Montserrat Light"/>
                <a:ea typeface="Montserrat Light"/>
                <a:cs typeface="Montserrat Light"/>
                <a:sym typeface="Montserrat Light"/>
              </a:defRPr>
            </a:pPr>
            <a:endParaRPr sz="1000" dirty="0">
              <a:solidFill>
                <a:schemeClr val="bg1"/>
              </a:solidFill>
              <a:cs typeface="+mn-ea"/>
              <a:sym typeface="+mn-lt"/>
            </a:endParaRPr>
          </a:p>
        </p:txBody>
      </p:sp>
      <p:sp>
        <p:nvSpPr>
          <p:cNvPr id="32" name="矩形 31"/>
          <p:cNvSpPr/>
          <p:nvPr/>
        </p:nvSpPr>
        <p:spPr>
          <a:xfrm>
            <a:off x="6154988" y="1042436"/>
            <a:ext cx="2236510" cy="707886"/>
          </a:xfrm>
          <a:prstGeom prst="rect">
            <a:avLst/>
          </a:prstGeom>
        </p:spPr>
        <p:txBody>
          <a:bodyPr wrap="none">
            <a:spAutoFit/>
          </a:bodyPr>
          <a:lstStyle/>
          <a:p>
            <a:r>
              <a:rPr lang="zh-CN" altLang="en-US" sz="4000" dirty="0">
                <a:solidFill>
                  <a:schemeClr val="bg1"/>
                </a:solidFill>
                <a:cs typeface="+mn-ea"/>
                <a:sym typeface="+mn-lt"/>
              </a:rPr>
              <a:t>后台简介</a:t>
            </a:r>
          </a:p>
        </p:txBody>
      </p:sp>
      <p:pic>
        <p:nvPicPr>
          <p:cNvPr id="6" name="图片占位符 5"/>
          <p:cNvPicPr>
            <a:picLocks noGrp="1" noChangeAspect="1"/>
          </p:cNvPicPr>
          <p:nvPr>
            <p:ph type="pic" sz="quarter" idx="11"/>
          </p:nvPr>
        </p:nvPicPr>
        <p:blipFill rotWithShape="1">
          <a:blip r:embed="rId4" cstate="print">
            <a:extLst>
              <a:ext uri="{28A0092B-C50C-407E-A947-70E740481C1C}">
                <a14:useLocalDpi xmlns:a14="http://schemas.microsoft.com/office/drawing/2010/main" val="0"/>
              </a:ext>
            </a:extLst>
          </a:blip>
          <a:srcRect l="-358" r="139"/>
          <a:stretch>
            <a:fillRect/>
          </a:stretch>
        </p:blipFill>
        <p:spPr>
          <a:xfrm>
            <a:off x="1348576" y="2628887"/>
            <a:ext cx="3352594" cy="2138820"/>
          </a:xfrm>
        </p:spPr>
      </p:pic>
      <p:sp>
        <p:nvSpPr>
          <p:cNvPr id="34" name="Circle"/>
          <p:cNvSpPr/>
          <p:nvPr/>
        </p:nvSpPr>
        <p:spPr>
          <a:xfrm>
            <a:off x="8787570" y="1063987"/>
            <a:ext cx="1510249" cy="1372428"/>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 name="Circle"/>
          <p:cNvSpPr/>
          <p:nvPr/>
        </p:nvSpPr>
        <p:spPr>
          <a:xfrm>
            <a:off x="9029374" y="5379205"/>
            <a:ext cx="2321861" cy="2198729"/>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6" name="Circle"/>
          <p:cNvSpPr/>
          <p:nvPr/>
        </p:nvSpPr>
        <p:spPr>
          <a:xfrm>
            <a:off x="9609734" y="2056572"/>
            <a:ext cx="1086229" cy="978559"/>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 name="Circle"/>
          <p:cNvSpPr/>
          <p:nvPr/>
        </p:nvSpPr>
        <p:spPr>
          <a:xfrm>
            <a:off x="-414880" y="4170166"/>
            <a:ext cx="1848844" cy="1741205"/>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40" name="Shape"/>
          <p:cNvSpPr/>
          <p:nvPr/>
        </p:nvSpPr>
        <p:spPr>
          <a:xfrm>
            <a:off x="1201414" y="1476547"/>
            <a:ext cx="349251" cy="349251"/>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rgbClr val="DA3977"/>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41" name="Booking…"/>
          <p:cNvSpPr txBox="1"/>
          <p:nvPr/>
        </p:nvSpPr>
        <p:spPr>
          <a:xfrm>
            <a:off x="1504843" y="1780143"/>
            <a:ext cx="1120500" cy="608756"/>
          </a:xfrm>
          <a:prstGeom prst="rect">
            <a:avLst/>
          </a:prstGeom>
          <a:ln w="12700">
            <a:miter lim="400000"/>
          </a:ln>
        </p:spPr>
        <p:txBody>
          <a:bodyPr wrap="non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en-US" altLang="zh-CN" sz="1750" dirty="0">
                <a:solidFill>
                  <a:schemeClr val="bg1"/>
                </a:solidFill>
                <a:cs typeface="+mn-ea"/>
                <a:sym typeface="+mn-lt"/>
              </a:rPr>
              <a:t>Accessing</a:t>
            </a:r>
          </a:p>
          <a:p>
            <a:pPr>
              <a:lnSpc>
                <a:spcPct val="150000"/>
              </a:lnSpc>
              <a:defRPr sz="3500" b="0">
                <a:solidFill>
                  <a:srgbClr val="2B2F3C"/>
                </a:solidFill>
                <a:latin typeface="Montserrat Light"/>
                <a:ea typeface="Montserrat Light"/>
                <a:cs typeface="Montserrat Light"/>
                <a:sym typeface="Montserrat Light"/>
              </a:defRPr>
            </a:pPr>
            <a:r>
              <a:rPr lang="en-US" sz="1000" dirty="0">
                <a:solidFill>
                  <a:schemeClr val="bg1"/>
                </a:solidFill>
                <a:cs typeface="+mn-ea"/>
                <a:sym typeface="+mn-lt"/>
              </a:rPr>
              <a:t>Book Garden</a:t>
            </a:r>
            <a:endParaRPr sz="1000" dirty="0">
              <a:solidFill>
                <a:schemeClr val="bg1"/>
              </a:solidFill>
              <a:cs typeface="+mn-ea"/>
              <a:sym typeface="+mn-lt"/>
            </a:endParaRPr>
          </a:p>
        </p:txBody>
      </p:sp>
      <p:sp>
        <p:nvSpPr>
          <p:cNvPr id="42"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535662" y="288127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02</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8" name="Rectangle 1655"/>
          <p:cNvSpPr/>
          <p:nvPr/>
        </p:nvSpPr>
        <p:spPr>
          <a:xfrm>
            <a:off x="6898831" y="4513089"/>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043776" y="4591445"/>
            <a:ext cx="2075543" cy="261610"/>
          </a:xfrm>
          <a:prstGeom prst="rect">
            <a:avLst/>
          </a:prstGeom>
          <a:noFill/>
        </p:spPr>
        <p:txBody>
          <a:bodyPr wrap="square" rtlCol="0">
            <a:spAutoFit/>
          </a:bodyPr>
          <a:lstStyle/>
          <a:p>
            <a:r>
              <a:rPr lang="en-US" altLang="zh-CN" sz="1100" dirty="0">
                <a:solidFill>
                  <a:schemeClr val="bg1"/>
                </a:solidFill>
                <a:latin typeface="Engravers MT" panose="02090707080505020304" pitchFamily="18" charset="0"/>
                <a:cs typeface="+mn-ea"/>
                <a:sym typeface="+mn-lt"/>
              </a:rPr>
              <a:t>Project display</a:t>
            </a:r>
            <a:endParaRPr lang="zh-CN" altLang="en-US" sz="1100" dirty="0">
              <a:solidFill>
                <a:schemeClr val="bg1"/>
              </a:solidFill>
              <a:latin typeface="Engravers MT" panose="02090707080505020304" pitchFamily="18" charset="0"/>
              <a:cs typeface="+mn-ea"/>
              <a:sym typeface="+mn-lt"/>
            </a:endParaRPr>
          </a:p>
        </p:txBody>
      </p:sp>
      <p:sp>
        <p:nvSpPr>
          <p:cNvPr id="2" name="矩形 1"/>
          <p:cNvSpPr/>
          <p:nvPr/>
        </p:nvSpPr>
        <p:spPr>
          <a:xfrm>
            <a:off x="6771387" y="2105231"/>
            <a:ext cx="2621280" cy="829945"/>
          </a:xfrm>
          <a:prstGeom prst="rect">
            <a:avLst/>
          </a:prstGeom>
        </p:spPr>
        <p:txBody>
          <a:bodyPr wrap="none">
            <a:spAutoFit/>
          </a:bodyPr>
          <a:lstStyle/>
          <a:p>
            <a:r>
              <a:rPr lang="zh-CN" altLang="en-US" sz="4800" b="1" dirty="0">
                <a:solidFill>
                  <a:schemeClr val="bg1"/>
                </a:solidFill>
                <a:cs typeface="+mn-ea"/>
                <a:sym typeface="+mn-lt"/>
              </a:rPr>
              <a:t>项目展示</a:t>
            </a:r>
          </a:p>
        </p:txBody>
      </p:sp>
      <p:sp>
        <p:nvSpPr>
          <p:cNvPr id="3" name="TextBox 1647"/>
          <p:cNvSpPr txBox="1"/>
          <p:nvPr/>
        </p:nvSpPr>
        <p:spPr>
          <a:xfrm>
            <a:off x="6813550" y="3079750"/>
            <a:ext cx="4793615" cy="706755"/>
          </a:xfrm>
          <a:prstGeom prst="rect">
            <a:avLst/>
          </a:prstGeom>
          <a:noFill/>
        </p:spPr>
        <p:txBody>
          <a:bodyPr wrap="square" rtlCol="0">
            <a:spAutoFit/>
          </a:bodyPr>
          <a:lstStyle/>
          <a:p>
            <a:pPr fontAlgn="auto">
              <a:lnSpc>
                <a:spcPct val="100000"/>
              </a:lnSpc>
            </a:pPr>
            <a:r>
              <a:rPr lang="en-ID" sz="2000" dirty="0">
                <a:solidFill>
                  <a:schemeClr val="bg1"/>
                </a:solidFill>
                <a:cs typeface="+mn-ea"/>
                <a:sym typeface="+mn-lt"/>
              </a:rPr>
              <a:t>1 </a:t>
            </a:r>
            <a:r>
              <a:rPr lang="zh-CN" altLang="en-US" sz="2000" dirty="0">
                <a:solidFill>
                  <a:schemeClr val="bg1"/>
                </a:solidFill>
                <a:cs typeface="+mn-ea"/>
                <a:sym typeface="+mn-lt"/>
              </a:rPr>
              <a:t>、系统流程介绍</a:t>
            </a:r>
          </a:p>
          <a:p>
            <a:pPr fontAlgn="auto">
              <a:lnSpc>
                <a:spcPct val="100000"/>
              </a:lnSpc>
            </a:pPr>
            <a:r>
              <a:rPr lang="en-US" sz="2000" dirty="0">
                <a:solidFill>
                  <a:schemeClr val="bg1"/>
                </a:solidFill>
                <a:cs typeface="+mn-ea"/>
                <a:sym typeface="+mn-lt"/>
              </a:rPr>
              <a:t>2 </a:t>
            </a:r>
            <a:r>
              <a:rPr lang="zh-CN" altLang="en-US" sz="2000" dirty="0">
                <a:solidFill>
                  <a:schemeClr val="bg1"/>
                </a:solidFill>
                <a:cs typeface="+mn-ea"/>
                <a:sym typeface="+mn-lt"/>
              </a:rPr>
              <a:t>、项目演示</a:t>
            </a:r>
          </a:p>
        </p:txBody>
      </p:sp>
      <p:sp>
        <p:nvSpPr>
          <p:cNvPr id="4068" name="Circle"/>
          <p:cNvSpPr/>
          <p:nvPr/>
        </p:nvSpPr>
        <p:spPr>
          <a:xfrm>
            <a:off x="9592975" y="2265264"/>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10" name="Circle"/>
          <p:cNvSpPr/>
          <p:nvPr/>
        </p:nvSpPr>
        <p:spPr>
          <a:xfrm>
            <a:off x="1797080" y="188179"/>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1" name="Circle"/>
          <p:cNvSpPr/>
          <p:nvPr/>
        </p:nvSpPr>
        <p:spPr>
          <a:xfrm>
            <a:off x="4878735" y="4422994"/>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7765659" y="3620174"/>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14596" y="494522"/>
            <a:ext cx="1826141" cy="584775"/>
          </a:xfrm>
          <a:prstGeom prst="rect">
            <a:avLst/>
          </a:prstGeom>
          <a:noFill/>
        </p:spPr>
        <p:txBody>
          <a:bodyPr wrap="none" rtlCol="0">
            <a:spAutoFit/>
          </a:bodyPr>
          <a:lstStyle/>
          <a:p>
            <a:r>
              <a:rPr lang="zh-CN" altLang="en-US" sz="3200" dirty="0"/>
              <a:t>系统架构</a:t>
            </a:r>
          </a:p>
        </p:txBody>
      </p:sp>
      <p:pic>
        <p:nvPicPr>
          <p:cNvPr id="27" name="图片 26"/>
          <p:cNvPicPr>
            <a:picLocks noChangeAspect="1"/>
          </p:cNvPicPr>
          <p:nvPr/>
        </p:nvPicPr>
        <p:blipFill>
          <a:blip r:embed="rId3"/>
          <a:stretch>
            <a:fillRect/>
          </a:stretch>
        </p:blipFill>
        <p:spPr>
          <a:xfrm>
            <a:off x="0" y="0"/>
            <a:ext cx="12192000" cy="6858000"/>
          </a:xfrm>
          <a:prstGeom prst="rect">
            <a:avLst/>
          </a:prstGeom>
        </p:spPr>
      </p:pic>
      <p:sp>
        <p:nvSpPr>
          <p:cNvPr id="25" name="Circle"/>
          <p:cNvSpPr/>
          <p:nvPr/>
        </p:nvSpPr>
        <p:spPr>
          <a:xfrm>
            <a:off x="-20558" y="49840"/>
            <a:ext cx="2460173" cy="222890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7" name="文本框 6"/>
          <p:cNvSpPr txBox="1"/>
          <p:nvPr/>
        </p:nvSpPr>
        <p:spPr>
          <a:xfrm>
            <a:off x="295465" y="279077"/>
            <a:ext cx="7358743" cy="1015663"/>
          </a:xfrm>
          <a:prstGeom prst="rect">
            <a:avLst/>
          </a:prstGeom>
          <a:noFill/>
        </p:spPr>
        <p:txBody>
          <a:bodyPr wrap="square" rtlCol="0">
            <a:spAutoFit/>
          </a:bodyPr>
          <a:lstStyle/>
          <a:p>
            <a:r>
              <a:rPr lang="zh-CN" altLang="en-US" sz="6000" dirty="0">
                <a:solidFill>
                  <a:schemeClr val="bg1"/>
                </a:solidFill>
                <a:latin typeface="华文楷体" panose="02010600040101010101" pitchFamily="2" charset="-122"/>
                <a:ea typeface="华文楷体" panose="02010600040101010101" pitchFamily="2" charset="-122"/>
              </a:rPr>
              <a:t>系统功能模块流程图</a:t>
            </a:r>
          </a:p>
        </p:txBody>
      </p:sp>
      <p:sp>
        <p:nvSpPr>
          <p:cNvPr id="18" name="Circle"/>
          <p:cNvSpPr/>
          <p:nvPr/>
        </p:nvSpPr>
        <p:spPr>
          <a:xfrm>
            <a:off x="7007654" y="198373"/>
            <a:ext cx="3410858" cy="2888342"/>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1" name="Circle"/>
          <p:cNvSpPr/>
          <p:nvPr/>
        </p:nvSpPr>
        <p:spPr>
          <a:xfrm>
            <a:off x="2734214" y="5756223"/>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19" name="Circle"/>
          <p:cNvSpPr/>
          <p:nvPr/>
        </p:nvSpPr>
        <p:spPr>
          <a:xfrm>
            <a:off x="-79830" y="5027700"/>
            <a:ext cx="2460173" cy="222890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2" name="Circle"/>
          <p:cNvSpPr/>
          <p:nvPr/>
        </p:nvSpPr>
        <p:spPr>
          <a:xfrm>
            <a:off x="9482340" y="4908172"/>
            <a:ext cx="3410858" cy="2888342"/>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0" name="Circle"/>
          <p:cNvSpPr/>
          <p:nvPr/>
        </p:nvSpPr>
        <p:spPr>
          <a:xfrm>
            <a:off x="3258881" y="1642544"/>
            <a:ext cx="1344827" cy="1122513"/>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11"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8" name="Circle"/>
          <p:cNvSpPr/>
          <p:nvPr/>
        </p:nvSpPr>
        <p:spPr>
          <a:xfrm>
            <a:off x="7940705" y="572354"/>
            <a:ext cx="1240623" cy="1240623"/>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760486" y="-93941"/>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t>9</a:t>
            </a:fld>
            <a:endParaRPr dirty="0">
              <a:latin typeface="+mn-lt"/>
              <a:ea typeface="+mn-ea"/>
              <a:cs typeface="+mn-ea"/>
              <a:sym typeface="+mn-lt"/>
            </a:endParaRPr>
          </a:p>
        </p:txBody>
      </p:sp>
      <p:sp>
        <p:nvSpPr>
          <p:cNvPr id="4073" name="Circle"/>
          <p:cNvSpPr/>
          <p:nvPr/>
        </p:nvSpPr>
        <p:spPr>
          <a:xfrm>
            <a:off x="-77724" y="4970515"/>
            <a:ext cx="2308473" cy="2188999"/>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5" name="Circle"/>
          <p:cNvSpPr/>
          <p:nvPr/>
        </p:nvSpPr>
        <p:spPr>
          <a:xfrm>
            <a:off x="9484469" y="4619513"/>
            <a:ext cx="2540000" cy="2540001"/>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6" name="Circle"/>
          <p:cNvSpPr/>
          <p:nvPr/>
        </p:nvSpPr>
        <p:spPr>
          <a:xfrm>
            <a:off x="946443" y="2064254"/>
            <a:ext cx="2005036" cy="1895849"/>
          </a:xfrm>
          <a:prstGeom prst="ellipse">
            <a:avLst/>
          </a:prstGeom>
          <a:gradFill>
            <a:gsLst>
              <a:gs pos="0">
                <a:srgbClr val="5C33E6"/>
              </a:gs>
              <a:gs pos="100000">
                <a:srgbClr val="8B3AE5"/>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7" name="Circle"/>
          <p:cNvSpPr/>
          <p:nvPr/>
        </p:nvSpPr>
        <p:spPr>
          <a:xfrm>
            <a:off x="3555729" y="2115624"/>
            <a:ext cx="1987725" cy="1954428"/>
          </a:xfrm>
          <a:prstGeom prst="ellipse">
            <a:avLst/>
          </a:prstGeom>
          <a:gradFill>
            <a:gsLst>
              <a:gs pos="0">
                <a:srgbClr val="FF2841"/>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7200" dirty="0">
              <a:cs typeface="+mn-ea"/>
              <a:sym typeface="+mn-lt"/>
            </a:endParaRPr>
          </a:p>
        </p:txBody>
      </p:sp>
      <p:sp>
        <p:nvSpPr>
          <p:cNvPr id="4078" name="Circle"/>
          <p:cNvSpPr/>
          <p:nvPr/>
        </p:nvSpPr>
        <p:spPr>
          <a:xfrm>
            <a:off x="6181823" y="2122937"/>
            <a:ext cx="2091429" cy="1954428"/>
          </a:xfrm>
          <a:prstGeom prst="ellipse">
            <a:avLst/>
          </a:prstGeom>
          <a:gradFill>
            <a:gsLst>
              <a:gs pos="0">
                <a:srgbClr val="1992AA"/>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9" name="5.00"/>
          <p:cNvSpPr txBox="1"/>
          <p:nvPr/>
        </p:nvSpPr>
        <p:spPr>
          <a:xfrm>
            <a:off x="1392989" y="2396625"/>
            <a:ext cx="1324503" cy="1231106"/>
          </a:xfrm>
          <a:prstGeom prst="rect">
            <a:avLst/>
          </a:prstGeom>
          <a:ln w="12700">
            <a:miter lim="400000"/>
          </a:ln>
        </p:spPr>
        <p:txBody>
          <a:bodyPr wrap="square" lIns="0" tIns="0" rIns="0" bIns="0">
            <a:spAutoFit/>
          </a:bodyPr>
          <a:lstStyle/>
          <a:p>
            <a:pPr>
              <a:defRPr sz="14000" b="0">
                <a:solidFill>
                  <a:srgbClr val="F7F9FF"/>
                </a:solidFill>
                <a:latin typeface="Montserrat SemiBold"/>
                <a:ea typeface="Montserrat SemiBold"/>
                <a:cs typeface="Montserrat SemiBold"/>
                <a:sym typeface="Montserrat SemiBold"/>
              </a:defRPr>
            </a:pPr>
            <a:r>
              <a:rPr lang="zh-CN" altLang="en-US" sz="8000" dirty="0">
                <a:solidFill>
                  <a:schemeClr val="bg1"/>
                </a:solidFill>
                <a:cs typeface="+mn-ea"/>
                <a:sym typeface="+mn-lt"/>
              </a:rPr>
              <a:t>项</a:t>
            </a:r>
            <a:endParaRPr sz="8000" dirty="0">
              <a:cs typeface="+mn-ea"/>
              <a:sym typeface="+mn-lt"/>
            </a:endParaRPr>
          </a:p>
        </p:txBody>
      </p:sp>
      <p:sp>
        <p:nvSpPr>
          <p:cNvPr id="4082" name="$"/>
          <p:cNvSpPr txBox="1"/>
          <p:nvPr/>
        </p:nvSpPr>
        <p:spPr>
          <a:xfrm flipH="1" flipV="1">
            <a:off x="5597393" y="3113116"/>
            <a:ext cx="1050150" cy="315884"/>
          </a:xfrm>
          <a:prstGeom prst="rect">
            <a:avLst/>
          </a:prstGeom>
          <a:ln w="12700">
            <a:miter lim="400000"/>
          </a:ln>
        </p:spPr>
        <p:txBody>
          <a:bodyPr wrap="square" lIns="0" tIns="0" rIns="0" bIns="0">
            <a:spAutoFit/>
          </a:bodyPr>
          <a:lstStyle>
            <a:lvl1pPr>
              <a:defRPr sz="3500" b="0">
                <a:solidFill>
                  <a:srgbClr val="F7F9FF"/>
                </a:solidFill>
                <a:latin typeface="Montserrat SemiBold"/>
                <a:ea typeface="Montserrat SemiBold"/>
                <a:cs typeface="Montserrat SemiBold"/>
                <a:sym typeface="Montserrat SemiBold"/>
              </a:defRPr>
            </a:lvl1pPr>
          </a:lstStyle>
          <a:p>
            <a:pPr>
              <a:defRPr sz="14000"/>
            </a:pPr>
            <a:endParaRPr sz="1750" dirty="0">
              <a:latin typeface="+mn-lt"/>
              <a:ea typeface="+mn-ea"/>
              <a:cs typeface="+mn-ea"/>
              <a:sym typeface="+mn-lt"/>
            </a:endParaRPr>
          </a:p>
        </p:txBody>
      </p:sp>
      <p:sp>
        <p:nvSpPr>
          <p:cNvPr id="4083" name="9.00"/>
          <p:cNvSpPr txBox="1"/>
          <p:nvPr/>
        </p:nvSpPr>
        <p:spPr>
          <a:xfrm>
            <a:off x="6701482" y="2473275"/>
            <a:ext cx="987720" cy="1107996"/>
          </a:xfrm>
          <a:prstGeom prst="rect">
            <a:avLst/>
          </a:prstGeom>
          <a:ln w="12700">
            <a:miter lim="400000"/>
          </a:ln>
        </p:spPr>
        <p:txBody>
          <a:bodyPr wrap="square" lIns="0" tIns="0" rIns="0" bIns="0">
            <a:spAutoFit/>
          </a:bodyPr>
          <a:lstStyle/>
          <a:p>
            <a:pPr>
              <a:defRPr sz="14000" b="0">
                <a:solidFill>
                  <a:srgbClr val="F7F9FF"/>
                </a:solidFill>
                <a:latin typeface="Montserrat SemiBold"/>
                <a:ea typeface="Montserrat SemiBold"/>
                <a:cs typeface="Montserrat SemiBold"/>
                <a:sym typeface="Montserrat SemiBold"/>
              </a:defRPr>
            </a:pPr>
            <a:r>
              <a:rPr lang="zh-CN" altLang="en-US" sz="7200" dirty="0">
                <a:cs typeface="+mn-ea"/>
                <a:sym typeface="+mn-lt"/>
              </a:rPr>
              <a:t>展</a:t>
            </a:r>
            <a:endParaRPr sz="7200" dirty="0">
              <a:cs typeface="+mn-ea"/>
              <a:sym typeface="+mn-lt"/>
            </a:endParaRPr>
          </a:p>
        </p:txBody>
      </p:sp>
      <p:sp>
        <p:nvSpPr>
          <p:cNvPr id="22" name="矩形 21"/>
          <p:cNvSpPr/>
          <p:nvPr/>
        </p:nvSpPr>
        <p:spPr>
          <a:xfrm>
            <a:off x="2986989" y="571960"/>
            <a:ext cx="6271260" cy="1014730"/>
          </a:xfrm>
          <a:prstGeom prst="rect">
            <a:avLst/>
          </a:prstGeom>
        </p:spPr>
        <p:txBody>
          <a:bodyPr wrap="none">
            <a:spAutoFit/>
          </a:bodyPr>
          <a:lstStyle/>
          <a:p>
            <a:r>
              <a:rPr lang="en-US" altLang="zh-CN" sz="6000" dirty="0">
                <a:solidFill>
                  <a:schemeClr val="bg1"/>
                </a:solidFill>
                <a:latin typeface="Segoe Script" panose="030B0504020000000003" charset="0"/>
                <a:cs typeface="Segoe Script" panose="030B0504020000000003" charset="0"/>
                <a:sym typeface="+mn-lt"/>
              </a:rPr>
              <a:t>Project display</a:t>
            </a:r>
            <a:endParaRPr lang="zh-CN" altLang="en-US" sz="6000" dirty="0">
              <a:solidFill>
                <a:schemeClr val="bg1"/>
              </a:solidFill>
              <a:latin typeface="Segoe Script" panose="030B0504020000000003" charset="0"/>
              <a:cs typeface="Segoe Script" panose="030B0504020000000003" charset="0"/>
              <a:sym typeface="+mn-lt"/>
            </a:endParaRPr>
          </a:p>
        </p:txBody>
      </p:sp>
      <p:sp>
        <p:nvSpPr>
          <p:cNvPr id="4074" name="Circle"/>
          <p:cNvSpPr/>
          <p:nvPr/>
        </p:nvSpPr>
        <p:spPr>
          <a:xfrm>
            <a:off x="9028369" y="2062985"/>
            <a:ext cx="1987724" cy="1954428"/>
          </a:xfrm>
          <a:prstGeom prst="ellipse">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path path="circle">
              <a:fillToRect l="100000" t="100000"/>
            </a:path>
            <a:tileRect r="-100000" b="-100000"/>
          </a:gradFill>
          <a:ln w="12700">
            <a:solidFill>
              <a:srgbClr val="384B9A"/>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cs typeface="+mn-ea"/>
              <a:sym typeface="+mn-lt"/>
            </a:endParaRPr>
          </a:p>
        </p:txBody>
      </p:sp>
      <p:sp>
        <p:nvSpPr>
          <p:cNvPr id="2" name="文本框 1"/>
          <p:cNvSpPr txBox="1"/>
          <p:nvPr/>
        </p:nvSpPr>
        <p:spPr>
          <a:xfrm>
            <a:off x="3918390" y="2371945"/>
            <a:ext cx="1050150" cy="1323439"/>
          </a:xfrm>
          <a:prstGeom prst="rect">
            <a:avLst/>
          </a:prstGeom>
          <a:noFill/>
        </p:spPr>
        <p:txBody>
          <a:bodyPr wrap="square" rtlCol="0">
            <a:spAutoFit/>
          </a:bodyPr>
          <a:lstStyle/>
          <a:p>
            <a:r>
              <a:rPr lang="zh-CN" altLang="en-US" sz="8000" dirty="0">
                <a:solidFill>
                  <a:schemeClr val="bg1"/>
                </a:solidFill>
                <a:cs typeface="+mn-ea"/>
                <a:sym typeface="+mn-lt"/>
              </a:rPr>
              <a:t>目</a:t>
            </a:r>
            <a:endParaRPr lang="zh-CN" altLang="en-US" sz="8000" dirty="0"/>
          </a:p>
        </p:txBody>
      </p:sp>
      <p:sp>
        <p:nvSpPr>
          <p:cNvPr id="3" name="文本框 2"/>
          <p:cNvSpPr txBox="1"/>
          <p:nvPr/>
        </p:nvSpPr>
        <p:spPr>
          <a:xfrm>
            <a:off x="9484469" y="2473275"/>
            <a:ext cx="894944" cy="1200329"/>
          </a:xfrm>
          <a:prstGeom prst="rect">
            <a:avLst/>
          </a:prstGeom>
          <a:noFill/>
        </p:spPr>
        <p:txBody>
          <a:bodyPr wrap="square" rtlCol="0">
            <a:spAutoFit/>
          </a:bodyPr>
          <a:lstStyle/>
          <a:p>
            <a:r>
              <a:rPr lang="zh-CN" altLang="en-US" sz="7200" dirty="0">
                <a:solidFill>
                  <a:schemeClr val="bg1"/>
                </a:solidFill>
                <a:cs typeface="+mn-ea"/>
                <a:sym typeface="+mn-lt"/>
              </a:rPr>
              <a:t>示</a:t>
            </a:r>
            <a:endParaRPr lang="zh-CN" altLang="en-US" sz="7200" dirty="0"/>
          </a:p>
        </p:txBody>
      </p:sp>
      <p:sp>
        <p:nvSpPr>
          <p:cNvPr id="4"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4639" y="291945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03</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3" name="TextBox 1647"/>
          <p:cNvSpPr txBox="1"/>
          <p:nvPr/>
        </p:nvSpPr>
        <p:spPr>
          <a:xfrm>
            <a:off x="6813550" y="3079750"/>
            <a:ext cx="4793615" cy="1322070"/>
          </a:xfrm>
          <a:prstGeom prst="rect">
            <a:avLst/>
          </a:prstGeom>
          <a:noFill/>
        </p:spPr>
        <p:txBody>
          <a:bodyPr wrap="square" rtlCol="0">
            <a:spAutoFit/>
          </a:bodyPr>
          <a:lstStyle/>
          <a:p>
            <a:pPr fontAlgn="auto">
              <a:lnSpc>
                <a:spcPct val="100000"/>
              </a:lnSpc>
            </a:pPr>
            <a:r>
              <a:rPr lang="en-ID" sz="2000" dirty="0">
                <a:solidFill>
                  <a:schemeClr val="bg1"/>
                </a:solidFill>
                <a:cs typeface="+mn-ea"/>
                <a:sym typeface="+mn-lt"/>
              </a:rPr>
              <a:t>1 </a:t>
            </a:r>
            <a:r>
              <a:rPr lang="zh-CN" altLang="en-US" sz="2000" dirty="0">
                <a:solidFill>
                  <a:schemeClr val="bg1"/>
                </a:solidFill>
                <a:cs typeface="+mn-ea"/>
                <a:sym typeface="+mn-lt"/>
              </a:rPr>
              <a:t>、</a:t>
            </a:r>
            <a:r>
              <a:rPr lang="en-US" altLang="zh-CN" sz="2000" dirty="0">
                <a:solidFill>
                  <a:schemeClr val="bg1"/>
                </a:solidFill>
                <a:cs typeface="+mn-ea"/>
                <a:sym typeface="+mn-lt"/>
              </a:rPr>
              <a:t>Ajax</a:t>
            </a:r>
            <a:r>
              <a:rPr lang="zh-CN" altLang="en-US" sz="2000" dirty="0">
                <a:solidFill>
                  <a:schemeClr val="bg1"/>
                </a:solidFill>
                <a:cs typeface="+mn-ea"/>
                <a:sym typeface="+mn-lt"/>
              </a:rPr>
              <a:t>：页面与服务器异步通信</a:t>
            </a:r>
            <a:endParaRPr lang="en-US" altLang="zh-CN" sz="2000" dirty="0">
              <a:solidFill>
                <a:schemeClr val="bg1"/>
              </a:solidFill>
              <a:cs typeface="+mn-ea"/>
              <a:sym typeface="+mn-lt"/>
            </a:endParaRPr>
          </a:p>
          <a:p>
            <a:pPr fontAlgn="auto">
              <a:lnSpc>
                <a:spcPct val="100000"/>
              </a:lnSpc>
            </a:pPr>
            <a:r>
              <a:rPr lang="en-US" sz="2000" dirty="0">
                <a:solidFill>
                  <a:schemeClr val="bg1"/>
                </a:solidFill>
                <a:cs typeface="+mn-ea"/>
                <a:sym typeface="+mn-lt"/>
              </a:rPr>
              <a:t>2 </a:t>
            </a:r>
            <a:r>
              <a:rPr lang="zh-CN" altLang="en-US" sz="2000" dirty="0">
                <a:solidFill>
                  <a:schemeClr val="bg1"/>
                </a:solidFill>
                <a:cs typeface="+mn-ea"/>
                <a:sym typeface="+mn-lt"/>
              </a:rPr>
              <a:t>、数据库设计与实现</a:t>
            </a:r>
            <a:endParaRPr lang="en-US" altLang="zh-CN" sz="2000" dirty="0">
              <a:solidFill>
                <a:schemeClr val="bg1"/>
              </a:solidFill>
              <a:cs typeface="+mn-ea"/>
              <a:sym typeface="+mn-lt"/>
            </a:endParaRPr>
          </a:p>
          <a:p>
            <a:pPr fontAlgn="auto">
              <a:lnSpc>
                <a:spcPct val="100000"/>
              </a:lnSpc>
            </a:pPr>
            <a:r>
              <a:rPr lang="en-US" altLang="zh-CN" sz="2000" dirty="0">
                <a:solidFill>
                  <a:schemeClr val="bg1"/>
                </a:solidFill>
                <a:cs typeface="+mn-ea"/>
                <a:sym typeface="+mn-lt"/>
              </a:rPr>
              <a:t>3 </a:t>
            </a:r>
            <a:r>
              <a:rPr lang="zh-CN" altLang="en-US" sz="2000" dirty="0">
                <a:solidFill>
                  <a:schemeClr val="bg1"/>
                </a:solidFill>
                <a:cs typeface="+mn-ea"/>
                <a:sym typeface="+mn-lt"/>
              </a:rPr>
              <a:t>、缓存系统设计与实现</a:t>
            </a:r>
            <a:endParaRPr lang="en-US" altLang="zh-CN" sz="2000" dirty="0">
              <a:solidFill>
                <a:schemeClr val="bg1"/>
              </a:solidFill>
              <a:cs typeface="+mn-ea"/>
              <a:sym typeface="+mn-lt"/>
            </a:endParaRPr>
          </a:p>
          <a:p>
            <a:pPr fontAlgn="auto">
              <a:lnSpc>
                <a:spcPct val="100000"/>
              </a:lnSpc>
            </a:pPr>
            <a:r>
              <a:rPr lang="en-US" sz="2000" dirty="0">
                <a:solidFill>
                  <a:schemeClr val="bg1"/>
                </a:solidFill>
                <a:cs typeface="+mn-ea"/>
                <a:sym typeface="+mn-lt"/>
              </a:rPr>
              <a:t>4 </a:t>
            </a:r>
            <a:r>
              <a:rPr lang="zh-CN" altLang="en-US" sz="2000" dirty="0">
                <a:solidFill>
                  <a:schemeClr val="bg1"/>
                </a:solidFill>
                <a:cs typeface="+mn-ea"/>
                <a:sym typeface="+mn-lt"/>
              </a:rPr>
              <a:t>、用户验证（邮箱、验证码、权限）</a:t>
            </a:r>
          </a:p>
        </p:txBody>
      </p:sp>
      <p:grpSp>
        <p:nvGrpSpPr>
          <p:cNvPr id="5" name="Group 1651"/>
          <p:cNvGrpSpPr/>
          <p:nvPr/>
        </p:nvGrpSpPr>
        <p:grpSpPr>
          <a:xfrm>
            <a:off x="6425931" y="2948556"/>
            <a:ext cx="193548" cy="193548"/>
            <a:chOff x="6506160" y="2751098"/>
            <a:chExt cx="193548" cy="193548"/>
          </a:xfrm>
          <a:solidFill>
            <a:srgbClr val="384B9A"/>
          </a:solidFill>
        </p:grpSpPr>
        <p:sp>
          <p:nvSpPr>
            <p:cNvPr id="6" name="Oval 1652"/>
            <p:cNvSpPr/>
            <p:nvPr/>
          </p:nvSpPr>
          <p:spPr>
            <a:xfrm>
              <a:off x="6506160" y="2751098"/>
              <a:ext cx="193548" cy="19354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7" name="Oval 1653"/>
            <p:cNvSpPr/>
            <p:nvPr/>
          </p:nvSpPr>
          <p:spPr>
            <a:xfrm>
              <a:off x="6568298" y="2813236"/>
              <a:ext cx="69273" cy="69273"/>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grpSp>
      <p:sp>
        <p:nvSpPr>
          <p:cNvPr id="8" name="Rectangle 1655"/>
          <p:cNvSpPr/>
          <p:nvPr/>
        </p:nvSpPr>
        <p:spPr>
          <a:xfrm>
            <a:off x="6813832" y="4977491"/>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134780" y="5048153"/>
            <a:ext cx="1723550" cy="261610"/>
          </a:xfrm>
          <a:prstGeom prst="rect">
            <a:avLst/>
          </a:prstGeom>
          <a:noFill/>
        </p:spPr>
        <p:txBody>
          <a:bodyPr wrap="none" rtlCol="0">
            <a:spAutoFit/>
          </a:bodyPr>
          <a:lstStyle/>
          <a:p>
            <a:pPr algn="ctr"/>
            <a:r>
              <a:rPr lang="en-ID" sz="1100" b="1" dirty="0">
                <a:solidFill>
                  <a:schemeClr val="bg1"/>
                </a:solidFill>
                <a:cs typeface="+mn-ea"/>
                <a:sym typeface="+mn-lt"/>
              </a:rPr>
              <a:t>COMPLETE FEATURES</a:t>
            </a:r>
          </a:p>
        </p:txBody>
      </p:sp>
      <p:sp>
        <p:nvSpPr>
          <p:cNvPr id="13" name="矩形 12"/>
          <p:cNvSpPr/>
          <p:nvPr/>
        </p:nvSpPr>
        <p:spPr>
          <a:xfrm>
            <a:off x="6771387" y="2105231"/>
            <a:ext cx="3877985" cy="830997"/>
          </a:xfrm>
          <a:prstGeom prst="rect">
            <a:avLst/>
          </a:prstGeom>
        </p:spPr>
        <p:txBody>
          <a:bodyPr wrap="none">
            <a:spAutoFit/>
          </a:bodyPr>
          <a:lstStyle/>
          <a:p>
            <a:r>
              <a:rPr lang="zh-CN" altLang="en-US" sz="4800" b="1" dirty="0">
                <a:solidFill>
                  <a:schemeClr val="bg1"/>
                </a:solidFill>
                <a:cs typeface="+mn-ea"/>
                <a:sym typeface="+mn-lt"/>
              </a:rPr>
              <a:t>主要技术介绍</a:t>
            </a:r>
          </a:p>
        </p:txBody>
      </p:sp>
      <p:sp>
        <p:nvSpPr>
          <p:cNvPr id="14" name="TextBox 13"/>
          <p:cNvSpPr txBox="1"/>
          <p:nvPr/>
        </p:nvSpPr>
        <p:spPr>
          <a:xfrm>
            <a:off x="354676" y="6590553"/>
            <a:ext cx="1224136"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srgbClr val="000E2D"/>
                </a:solidFill>
                <a:effectLst/>
                <a:uLnTx/>
                <a:uFillTx/>
              </a:rPr>
              <a:t>PPT</a:t>
            </a:r>
            <a:r>
              <a:rPr kumimoji="0" lang="zh-CN" altLang="en-US" sz="100" b="0" i="0" u="none" strike="noStrike" kern="0" cap="none" spc="0" normalizeH="0" baseline="0" noProof="0" dirty="0">
                <a:ln>
                  <a:noFill/>
                </a:ln>
                <a:solidFill>
                  <a:srgbClr val="000E2D"/>
                </a:solidFill>
                <a:effectLst/>
                <a:uLnTx/>
                <a:uFillTx/>
              </a:rPr>
              <a:t>下载 </a:t>
            </a:r>
            <a:r>
              <a:rPr kumimoji="0" lang="en-US" altLang="zh-CN" sz="100" b="0" i="0" u="none" strike="noStrike" kern="0" cap="none" spc="0" normalizeH="0" baseline="0" noProof="0" dirty="0">
                <a:ln>
                  <a:noFill/>
                </a:ln>
                <a:solidFill>
                  <a:srgbClr val="000E2D"/>
                </a:solidFill>
                <a:effectLst/>
                <a:uLnTx/>
                <a:uFillTx/>
              </a:rPr>
              <a:t>http://www.1ppt.com/xiazai/</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ircle"/>
          <p:cNvSpPr/>
          <p:nvPr/>
        </p:nvSpPr>
        <p:spPr>
          <a:xfrm>
            <a:off x="1490589" y="2026959"/>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pic>
        <p:nvPicPr>
          <p:cNvPr id="3963" name="Image" descr="Image"/>
          <p:cNvPicPr>
            <a:picLocks noChangeAspect="1"/>
          </p:cNvPicPr>
          <p:nvPr/>
        </p:nvPicPr>
        <p:blipFill>
          <a:blip r:embed="rId3" cstate="screen"/>
          <a:stretch>
            <a:fillRect/>
          </a:stretch>
        </p:blipFill>
        <p:spPr>
          <a:xfrm>
            <a:off x="3398520" y="1140460"/>
            <a:ext cx="5394960" cy="4442460"/>
          </a:xfrm>
          <a:prstGeom prst="rect">
            <a:avLst/>
          </a:prstGeom>
          <a:ln w="12700">
            <a:miter lim="400000"/>
            <a:headEnd/>
            <a:tailEnd/>
          </a:ln>
        </p:spPr>
      </p:pic>
      <p:sp>
        <p:nvSpPr>
          <p:cNvPr id="3965" name="Circle"/>
          <p:cNvSpPr/>
          <p:nvPr/>
        </p:nvSpPr>
        <p:spPr>
          <a:xfrm>
            <a:off x="2827298" y="5766435"/>
            <a:ext cx="423334" cy="423334"/>
          </a:xfrm>
          <a:prstGeom prst="ellipse">
            <a:avLst/>
          </a:prstGeom>
          <a:gradFill>
            <a:gsLst>
              <a:gs pos="0">
                <a:srgbClr val="5C33E6"/>
              </a:gs>
              <a:gs pos="100000">
                <a:srgbClr val="8B3AE5"/>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66" name="Circle"/>
          <p:cNvSpPr/>
          <p:nvPr/>
        </p:nvSpPr>
        <p:spPr>
          <a:xfrm>
            <a:off x="2753214" y="5692352"/>
            <a:ext cx="571501" cy="571501"/>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67" name="Shape"/>
          <p:cNvSpPr/>
          <p:nvPr/>
        </p:nvSpPr>
        <p:spPr>
          <a:xfrm>
            <a:off x="2911964" y="5851102"/>
            <a:ext cx="254001" cy="25400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3968" name="Circle"/>
          <p:cNvSpPr/>
          <p:nvPr/>
        </p:nvSpPr>
        <p:spPr>
          <a:xfrm>
            <a:off x="6215882" y="5766435"/>
            <a:ext cx="423334" cy="423334"/>
          </a:xfrm>
          <a:prstGeom prst="ellipse">
            <a:avLst/>
          </a:prstGeom>
          <a:gradFill>
            <a:gsLst>
              <a:gs pos="0">
                <a:srgbClr val="FF2841"/>
              </a:gs>
              <a:gs pos="100000">
                <a:srgbClr val="5C33E6"/>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69" name="Circle"/>
          <p:cNvSpPr/>
          <p:nvPr/>
        </p:nvSpPr>
        <p:spPr>
          <a:xfrm>
            <a:off x="6141799" y="5692352"/>
            <a:ext cx="571501" cy="571501"/>
          </a:xfrm>
          <a:prstGeom prst="ellipse">
            <a:avLst/>
          </a:prstGeom>
          <a:gradFill>
            <a:gsLst>
              <a:gs pos="0">
                <a:srgbClr val="FF2841">
                  <a:alpha val="20000"/>
                </a:srgbClr>
              </a:gs>
              <a:gs pos="100000">
                <a:srgbClr val="5C33E6">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970" name="Shape"/>
          <p:cNvSpPr/>
          <p:nvPr/>
        </p:nvSpPr>
        <p:spPr>
          <a:xfrm>
            <a:off x="6300549" y="5862643"/>
            <a:ext cx="254001" cy="23091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7F9FF"/>
          </a:solidFill>
          <a:ln w="12700">
            <a:miter lim="400000"/>
          </a:ln>
        </p:spPr>
        <p:txBody>
          <a:bodyPr lIns="19050" tIns="19050" rIns="19050" bIns="19050" anchor="ctr"/>
          <a:lstStyle/>
          <a:p>
            <a:pPr defTabSz="2286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dirty="0">
              <a:solidFill>
                <a:schemeClr val="bg1"/>
              </a:solidFill>
              <a:cs typeface="+mn-ea"/>
              <a:sym typeface="+mn-lt"/>
            </a:endParaRPr>
          </a:p>
        </p:txBody>
      </p:sp>
      <p:sp>
        <p:nvSpPr>
          <p:cNvPr id="20" name="Design…"/>
          <p:cNvSpPr txBox="1"/>
          <p:nvPr/>
        </p:nvSpPr>
        <p:spPr>
          <a:xfrm>
            <a:off x="3659726" y="5582814"/>
            <a:ext cx="1136650" cy="634365"/>
          </a:xfrm>
          <a:prstGeom prst="rect">
            <a:avLst/>
          </a:prstGeom>
          <a:ln w="12700">
            <a:miter lim="400000"/>
          </a:ln>
        </p:spPr>
        <p:txBody>
          <a:bodyPr wrap="none" lIns="0" tIns="0" rIns="0" bIns="0">
            <a:spAutoFit/>
          </a:bodyPr>
          <a:lstStyle/>
          <a:p>
            <a:pPr algn="l">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服务器通信</a:t>
            </a:r>
            <a:endParaRPr sz="1750" dirty="0">
              <a:solidFill>
                <a:schemeClr val="bg1"/>
              </a:solidFill>
              <a:cs typeface="+mn-ea"/>
              <a:sym typeface="+mn-lt"/>
            </a:endParaRPr>
          </a:p>
          <a:p>
            <a:pPr algn="l">
              <a:lnSpc>
                <a:spcPct val="150000"/>
              </a:lnSpc>
              <a:defRPr sz="2000" b="0">
                <a:solidFill>
                  <a:srgbClr val="696F78"/>
                </a:solidFill>
                <a:latin typeface="Montserrat Light"/>
                <a:ea typeface="Montserrat Light"/>
                <a:cs typeface="Montserrat Light"/>
                <a:sym typeface="Montserrat Light"/>
              </a:defRPr>
            </a:pPr>
            <a:r>
              <a:rPr sz="1000" dirty="0">
                <a:solidFill>
                  <a:schemeClr val="bg1"/>
                </a:solidFill>
                <a:cs typeface="+mn-ea"/>
                <a:sym typeface="+mn-lt"/>
              </a:rPr>
              <a:t>XMLHttpRequest </a:t>
            </a:r>
          </a:p>
        </p:txBody>
      </p:sp>
      <p:sp>
        <p:nvSpPr>
          <p:cNvPr id="21" name="Marketing…"/>
          <p:cNvSpPr txBox="1"/>
          <p:nvPr/>
        </p:nvSpPr>
        <p:spPr>
          <a:xfrm>
            <a:off x="7037070" y="5582920"/>
            <a:ext cx="2493010" cy="865505"/>
          </a:xfrm>
          <a:prstGeom prst="rect">
            <a:avLst/>
          </a:prstGeom>
          <a:ln w="12700">
            <a:miter lim="400000"/>
          </a:ln>
        </p:spPr>
        <p:txBody>
          <a:bodyPr wrap="square" lIns="0" tIns="0" rIns="0" bIns="0">
            <a:spAutoFit/>
          </a:bodyPr>
          <a:lstStyle/>
          <a:p>
            <a:pPr algn="l">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异步刷新页面</a:t>
            </a:r>
            <a:endParaRPr sz="1750" dirty="0">
              <a:solidFill>
                <a:schemeClr val="bg1"/>
              </a:solidFill>
              <a:cs typeface="+mn-ea"/>
              <a:sym typeface="+mn-lt"/>
            </a:endParaRPr>
          </a:p>
          <a:p>
            <a:pPr algn="l">
              <a:lnSpc>
                <a:spcPct val="150000"/>
              </a:lnSpc>
              <a:defRPr sz="2000" b="0">
                <a:solidFill>
                  <a:srgbClr val="696F78"/>
                </a:solidFill>
                <a:latin typeface="Montserrat Light"/>
                <a:ea typeface="Montserrat Light"/>
                <a:cs typeface="Montserrat Light"/>
                <a:sym typeface="Montserrat Light"/>
              </a:defRPr>
            </a:pPr>
            <a:r>
              <a:rPr sz="1000" dirty="0">
                <a:solidFill>
                  <a:schemeClr val="bg1"/>
                </a:solidFill>
                <a:cs typeface="+mn-ea"/>
                <a:sym typeface="+mn-lt"/>
              </a:rPr>
              <a:t>JavaScript 和 HTML DOM（显示或使用数据）</a:t>
            </a:r>
          </a:p>
        </p:txBody>
      </p:sp>
      <p:pic>
        <p:nvPicPr>
          <p:cNvPr id="3" name="图片 2"/>
          <p:cNvPicPr>
            <a:picLocks noChangeAspect="1"/>
          </p:cNvPicPr>
          <p:nvPr/>
        </p:nvPicPr>
        <p:blipFill>
          <a:blip r:embed="rId4"/>
          <a:stretch>
            <a:fillRect/>
          </a:stretch>
        </p:blipFill>
        <p:spPr>
          <a:xfrm>
            <a:off x="3504565" y="1331595"/>
            <a:ext cx="5182870" cy="2771775"/>
          </a:xfrm>
          <a:prstGeom prst="rect">
            <a:avLst/>
          </a:prstGeom>
        </p:spPr>
      </p:pic>
      <p:sp>
        <p:nvSpPr>
          <p:cNvPr id="33" name="矩形 32"/>
          <p:cNvSpPr/>
          <p:nvPr/>
        </p:nvSpPr>
        <p:spPr>
          <a:xfrm>
            <a:off x="508000" y="82550"/>
            <a:ext cx="8788400" cy="829945"/>
          </a:xfrm>
          <a:prstGeom prst="rect">
            <a:avLst/>
          </a:prstGeom>
        </p:spPr>
        <p:txBody>
          <a:bodyPr wrap="square">
            <a:spAutoFit/>
          </a:bodyPr>
          <a:lstStyle/>
          <a:p>
            <a:pPr fontAlgn="auto">
              <a:lnSpc>
                <a:spcPct val="100000"/>
              </a:lnSpc>
            </a:pPr>
            <a:r>
              <a:rPr lang="en-US" altLang="zh-CN" sz="4800" dirty="0">
                <a:solidFill>
                  <a:schemeClr val="bg1"/>
                </a:solidFill>
                <a:cs typeface="+mn-ea"/>
                <a:sym typeface="+mn-lt"/>
              </a:rPr>
              <a:t>Ajax</a:t>
            </a:r>
            <a:r>
              <a:rPr lang="zh-CN" altLang="en-US" sz="4800" dirty="0">
                <a:solidFill>
                  <a:schemeClr val="bg1"/>
                </a:solidFill>
                <a:cs typeface="+mn-ea"/>
                <a:sym typeface="+mn-lt"/>
              </a:rPr>
              <a:t>：页面与服务器异步通信</a:t>
            </a:r>
          </a:p>
        </p:txBody>
      </p:sp>
      <p:sp>
        <p:nvSpPr>
          <p:cNvPr id="4070" name="Circle"/>
          <p:cNvSpPr/>
          <p:nvPr/>
        </p:nvSpPr>
        <p:spPr>
          <a:xfrm>
            <a:off x="-552206" y="-98484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 name="Circle"/>
          <p:cNvSpPr/>
          <p:nvPr/>
        </p:nvSpPr>
        <p:spPr>
          <a:xfrm>
            <a:off x="-341884" y="4805415"/>
            <a:ext cx="2308473" cy="2188999"/>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 name="Circle"/>
          <p:cNvSpPr/>
          <p:nvPr/>
        </p:nvSpPr>
        <p:spPr>
          <a:xfrm>
            <a:off x="10201910" y="-388620"/>
            <a:ext cx="1643380" cy="164846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5" name="Circle"/>
          <p:cNvSpPr/>
          <p:nvPr/>
        </p:nvSpPr>
        <p:spPr>
          <a:xfrm>
            <a:off x="9439910" y="3049905"/>
            <a:ext cx="2110740" cy="218821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6" name="Circle"/>
          <p:cNvSpPr/>
          <p:nvPr/>
        </p:nvSpPr>
        <p:spPr>
          <a:xfrm>
            <a:off x="8793480" y="4214495"/>
            <a:ext cx="1643380" cy="164846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7" name="Circle"/>
          <p:cNvSpPr/>
          <p:nvPr/>
        </p:nvSpPr>
        <p:spPr>
          <a:xfrm>
            <a:off x="11029315" y="5582920"/>
            <a:ext cx="1643380" cy="1648460"/>
          </a:xfrm>
          <a:prstGeom prst="ellipse">
            <a:avLst/>
          </a:prstGeom>
          <a:gradFill>
            <a:gsLst>
              <a:gs pos="0">
                <a:srgbClr val="5C33E6">
                  <a:alpha val="20000"/>
                </a:srgbClr>
              </a:gs>
              <a:gs pos="100000">
                <a:srgbClr val="8B3AE5">
                  <a:alpha val="20000"/>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22"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架构"/>
          <p:cNvPicPr>
            <a:picLocks noChangeAspect="1"/>
          </p:cNvPicPr>
          <p:nvPr/>
        </p:nvPicPr>
        <p:blipFill>
          <a:blip r:embed="rId3"/>
          <a:stretch>
            <a:fillRect/>
          </a:stretch>
        </p:blipFill>
        <p:spPr>
          <a:xfrm>
            <a:off x="0" y="-117475"/>
            <a:ext cx="12192000" cy="7093585"/>
          </a:xfrm>
          <a:prstGeom prst="rect">
            <a:avLst/>
          </a:prstGeom>
        </p:spPr>
      </p:pic>
      <p:sp>
        <p:nvSpPr>
          <p:cNvPr id="33" name="矩形 32"/>
          <p:cNvSpPr/>
          <p:nvPr/>
        </p:nvSpPr>
        <p:spPr>
          <a:xfrm>
            <a:off x="11264900" y="316865"/>
            <a:ext cx="1267460" cy="6000750"/>
          </a:xfrm>
          <a:prstGeom prst="rect">
            <a:avLst/>
          </a:prstGeom>
        </p:spPr>
        <p:txBody>
          <a:bodyPr wrap="square">
            <a:spAutoFit/>
          </a:bodyPr>
          <a:lstStyle/>
          <a:p>
            <a:r>
              <a:rPr lang="zh-CN" altLang="en-US" sz="4800" dirty="0">
                <a:solidFill>
                  <a:schemeClr val="tx1"/>
                </a:solidFill>
                <a:cs typeface="+mn-ea"/>
                <a:sym typeface="+mn-lt"/>
              </a:rPr>
              <a:t>数据库设计与实现</a:t>
            </a:r>
          </a:p>
        </p:txBody>
      </p:sp>
      <p:sp>
        <p:nvSpPr>
          <p:cNvPr id="4"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3075" y="236855"/>
            <a:ext cx="8788400" cy="829945"/>
          </a:xfrm>
          <a:prstGeom prst="rect">
            <a:avLst/>
          </a:prstGeom>
        </p:spPr>
        <p:txBody>
          <a:bodyPr wrap="square">
            <a:spAutoFit/>
          </a:bodyPr>
          <a:lstStyle/>
          <a:p>
            <a:pPr fontAlgn="auto">
              <a:lnSpc>
                <a:spcPct val="100000"/>
              </a:lnSpc>
            </a:pPr>
            <a:r>
              <a:rPr lang="en-US" sz="4800" dirty="0">
                <a:solidFill>
                  <a:schemeClr val="bg1"/>
                </a:solidFill>
                <a:cs typeface="+mn-ea"/>
                <a:sym typeface="+mn-lt"/>
              </a:rPr>
              <a:t>Web</a:t>
            </a:r>
            <a:r>
              <a:rPr lang="zh-CN" altLang="en-US" sz="4800" dirty="0">
                <a:solidFill>
                  <a:schemeClr val="bg1"/>
                </a:solidFill>
                <a:cs typeface="+mn-ea"/>
                <a:sym typeface="+mn-lt"/>
              </a:rPr>
              <a:t>缓存系统设计与实现</a:t>
            </a:r>
          </a:p>
        </p:txBody>
      </p:sp>
      <p:sp>
        <p:nvSpPr>
          <p:cNvPr id="4038" name="Freeform 17"/>
          <p:cNvSpPr/>
          <p:nvPr/>
        </p:nvSpPr>
        <p:spPr>
          <a:xfrm>
            <a:off x="2329615" y="1490509"/>
            <a:ext cx="54876" cy="55588"/>
          </a:xfrm>
          <a:custGeom>
            <a:avLst/>
            <a:gdLst/>
            <a:ahLst/>
            <a:cxnLst>
              <a:cxn ang="0">
                <a:pos x="wd2" y="hd2"/>
              </a:cxn>
              <a:cxn ang="5400000">
                <a:pos x="wd2" y="hd2"/>
              </a:cxn>
              <a:cxn ang="10800000">
                <a:pos x="wd2" y="hd2"/>
              </a:cxn>
              <a:cxn ang="16200000">
                <a:pos x="wd2" y="hd2"/>
              </a:cxn>
            </a:cxnLst>
            <a:rect l="0" t="0" r="r" b="b"/>
            <a:pathLst>
              <a:path w="19393" h="19393" extrusionOk="0">
                <a:moveTo>
                  <a:pt x="16600" y="3193"/>
                </a:moveTo>
                <a:cubicBezTo>
                  <a:pt x="20324" y="6917"/>
                  <a:pt x="20324" y="12876"/>
                  <a:pt x="16600" y="16600"/>
                </a:cubicBezTo>
                <a:cubicBezTo>
                  <a:pt x="12131" y="20324"/>
                  <a:pt x="6172" y="20324"/>
                  <a:pt x="2448" y="16600"/>
                </a:cubicBezTo>
                <a:cubicBezTo>
                  <a:pt x="-1276" y="12131"/>
                  <a:pt x="-531" y="6172"/>
                  <a:pt x="3193" y="2448"/>
                </a:cubicBezTo>
                <a:cubicBezTo>
                  <a:pt x="6917" y="-1276"/>
                  <a:pt x="12876" y="-531"/>
                  <a:pt x="16600" y="3193"/>
                </a:cubicBezTo>
                <a:close/>
              </a:path>
            </a:pathLst>
          </a:custGeom>
          <a:solidFill>
            <a:srgbClr val="0A6CD1"/>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44" name="Freeform 103"/>
          <p:cNvSpPr/>
          <p:nvPr/>
        </p:nvSpPr>
        <p:spPr>
          <a:xfrm>
            <a:off x="9540416" y="1330172"/>
            <a:ext cx="159545" cy="160338"/>
          </a:xfrm>
          <a:custGeom>
            <a:avLst/>
            <a:gdLst/>
            <a:ahLst/>
            <a:cxnLst>
              <a:cxn ang="0">
                <a:pos x="wd2" y="hd2"/>
              </a:cxn>
              <a:cxn ang="5400000">
                <a:pos x="wd2" y="hd2"/>
              </a:cxn>
              <a:cxn ang="10800000">
                <a:pos x="wd2" y="hd2"/>
              </a:cxn>
              <a:cxn ang="16200000">
                <a:pos x="wd2" y="hd2"/>
              </a:cxn>
            </a:cxnLst>
            <a:rect l="0" t="0" r="r" b="b"/>
            <a:pathLst>
              <a:path w="21600" h="21600" extrusionOk="0">
                <a:moveTo>
                  <a:pt x="18376" y="21600"/>
                </a:moveTo>
                <a:lnTo>
                  <a:pt x="0" y="18178"/>
                </a:lnTo>
                <a:lnTo>
                  <a:pt x="3224" y="0"/>
                </a:lnTo>
                <a:lnTo>
                  <a:pt x="21600" y="3422"/>
                </a:lnTo>
                <a:lnTo>
                  <a:pt x="18376" y="21600"/>
                </a:lnTo>
                <a:close/>
                <a:moveTo>
                  <a:pt x="3761" y="15612"/>
                </a:moveTo>
                <a:lnTo>
                  <a:pt x="15475" y="17644"/>
                </a:lnTo>
                <a:lnTo>
                  <a:pt x="17516" y="6202"/>
                </a:lnTo>
                <a:lnTo>
                  <a:pt x="6018" y="3956"/>
                </a:lnTo>
                <a:lnTo>
                  <a:pt x="3761" y="15612"/>
                </a:lnTo>
                <a:close/>
              </a:path>
            </a:pathLst>
          </a:custGeom>
          <a:solidFill>
            <a:srgbClr val="8B3AE5"/>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47" name="Freeform 68"/>
          <p:cNvSpPr/>
          <p:nvPr/>
        </p:nvSpPr>
        <p:spPr>
          <a:xfrm>
            <a:off x="5008880" y="1269847"/>
            <a:ext cx="54770" cy="120651"/>
          </a:xfrm>
          <a:custGeom>
            <a:avLst/>
            <a:gdLst/>
            <a:ahLst/>
            <a:cxnLst>
              <a:cxn ang="0">
                <a:pos x="wd2" y="hd2"/>
              </a:cxn>
              <a:cxn ang="5400000">
                <a:pos x="wd2" y="hd2"/>
              </a:cxn>
              <a:cxn ang="10800000">
                <a:pos x="wd2" y="hd2"/>
              </a:cxn>
              <a:cxn ang="16200000">
                <a:pos x="wd2" y="hd2"/>
              </a:cxn>
            </a:cxnLst>
            <a:rect l="0" t="0" r="r" b="b"/>
            <a:pathLst>
              <a:path w="21600" h="21600" extrusionOk="0">
                <a:moveTo>
                  <a:pt x="9078" y="21600"/>
                </a:moveTo>
                <a:lnTo>
                  <a:pt x="0" y="20463"/>
                </a:lnTo>
                <a:lnTo>
                  <a:pt x="11583" y="0"/>
                </a:lnTo>
                <a:lnTo>
                  <a:pt x="21600" y="1137"/>
                </a:lnTo>
                <a:lnTo>
                  <a:pt x="9078" y="21600"/>
                </a:lnTo>
                <a:close/>
              </a:path>
            </a:pathLst>
          </a:custGeom>
          <a:solidFill>
            <a:srgbClr val="F7F9FF">
              <a:alpha val="13785"/>
            </a:srgbClr>
          </a:solidFill>
          <a:ln w="12700">
            <a:miter lim="400000"/>
          </a:ln>
        </p:spPr>
        <p:txBody>
          <a:bodyPr lIns="22860" rIns="22860"/>
          <a:lstStyle/>
          <a:p>
            <a:pPr defTabSz="457200">
              <a:defRPr sz="1800" b="0">
                <a:latin typeface="Calibri" panose="020F0502020204030204"/>
                <a:ea typeface="Calibri" panose="020F0502020204030204"/>
                <a:cs typeface="Calibri" panose="020F0502020204030204"/>
                <a:sym typeface="Calibri" panose="020F0502020204030204"/>
              </a:defRPr>
            </a:pPr>
            <a:endParaRPr sz="900">
              <a:cs typeface="+mn-ea"/>
              <a:sym typeface="+mn-lt"/>
            </a:endParaRPr>
          </a:p>
        </p:txBody>
      </p:sp>
      <p:sp>
        <p:nvSpPr>
          <p:cNvPr id="4048"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t>13</a:t>
            </a:fld>
            <a:endParaRPr dirty="0">
              <a:latin typeface="+mn-lt"/>
              <a:ea typeface="+mn-ea"/>
              <a:cs typeface="+mn-ea"/>
              <a:sym typeface="+mn-lt"/>
            </a:endParaRPr>
          </a:p>
        </p:txBody>
      </p:sp>
      <p:pic>
        <p:nvPicPr>
          <p:cNvPr id="4" name="图片 3"/>
          <p:cNvPicPr>
            <a:picLocks noChangeAspect="1"/>
          </p:cNvPicPr>
          <p:nvPr/>
        </p:nvPicPr>
        <p:blipFill>
          <a:blip r:embed="rId3"/>
          <a:srcRect r="-165" b="11675"/>
          <a:stretch>
            <a:fillRect/>
          </a:stretch>
        </p:blipFill>
        <p:spPr>
          <a:xfrm>
            <a:off x="1469390" y="1066800"/>
            <a:ext cx="10010775" cy="5750560"/>
          </a:xfrm>
          <a:prstGeom prst="rect">
            <a:avLst/>
          </a:prstGeom>
        </p:spPr>
      </p:pic>
      <p:sp>
        <p:nvSpPr>
          <p:cNvPr id="8"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1352550" y="1191895"/>
            <a:ext cx="7759065" cy="4795520"/>
          </a:xfrm>
          <a:prstGeom prst="rect">
            <a:avLst/>
          </a:prstGeom>
        </p:spPr>
      </p:pic>
      <p:pic>
        <p:nvPicPr>
          <p:cNvPr id="2" name="图片 1" descr="1"/>
          <p:cNvPicPr>
            <a:picLocks noChangeAspect="1"/>
          </p:cNvPicPr>
          <p:nvPr/>
        </p:nvPicPr>
        <p:blipFill>
          <a:blip r:embed="rId4"/>
          <a:stretch>
            <a:fillRect/>
          </a:stretch>
        </p:blipFill>
        <p:spPr>
          <a:xfrm>
            <a:off x="9407525" y="207010"/>
            <a:ext cx="2389505" cy="6443980"/>
          </a:xfrm>
          <a:prstGeom prst="rect">
            <a:avLst/>
          </a:prstGeom>
        </p:spPr>
      </p:pic>
      <p:sp>
        <p:nvSpPr>
          <p:cNvPr id="4"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t>15</a:t>
            </a:fld>
            <a:endParaRPr dirty="0">
              <a:latin typeface="+mn-lt"/>
              <a:ea typeface="+mn-ea"/>
              <a:cs typeface="+mn-ea"/>
              <a:sym typeface="+mn-lt"/>
            </a:endParaRPr>
          </a:p>
        </p:txBody>
      </p:sp>
      <p:sp>
        <p:nvSpPr>
          <p:cNvPr id="25" name="Basic…"/>
          <p:cNvSpPr txBox="1"/>
          <p:nvPr/>
        </p:nvSpPr>
        <p:spPr>
          <a:xfrm>
            <a:off x="2354015" y="4795015"/>
            <a:ext cx="1333500" cy="403860"/>
          </a:xfrm>
          <a:prstGeom prst="rect">
            <a:avLst/>
          </a:prstGeom>
          <a:ln w="12700">
            <a:miter lim="400000"/>
          </a:ln>
        </p:spPr>
        <p:txBody>
          <a:bodyPr wrap="none" lIns="0" tIns="0" rIns="0" bIns="0">
            <a:spAutoFit/>
          </a:bodyPr>
          <a:lstStyle/>
          <a:p>
            <a:pPr algn="ctr">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注册邮箱验证</a:t>
            </a:r>
            <a:endParaRPr lang="zh-CN" sz="1000" dirty="0">
              <a:solidFill>
                <a:schemeClr val="bg1"/>
              </a:solidFill>
              <a:ea typeface="宋体" panose="02010600030101010101" pitchFamily="2" charset="-122"/>
              <a:cs typeface="+mn-ea"/>
              <a:sym typeface="+mn-lt"/>
            </a:endParaRPr>
          </a:p>
        </p:txBody>
      </p:sp>
      <p:sp>
        <p:nvSpPr>
          <p:cNvPr id="26" name="Business…"/>
          <p:cNvSpPr txBox="1"/>
          <p:nvPr/>
        </p:nvSpPr>
        <p:spPr>
          <a:xfrm>
            <a:off x="5588315" y="4795015"/>
            <a:ext cx="1111250" cy="403860"/>
          </a:xfrm>
          <a:prstGeom prst="rect">
            <a:avLst/>
          </a:prstGeom>
          <a:ln w="12700">
            <a:miter lim="400000"/>
          </a:ln>
        </p:spPr>
        <p:txBody>
          <a:bodyPr wrap="none" lIns="0" tIns="0" rIns="0" bIns="0">
            <a:spAutoFit/>
          </a:bodyPr>
          <a:lstStyle/>
          <a:p>
            <a:pPr algn="ctr">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登陆验证码</a:t>
            </a:r>
            <a:endParaRPr lang="zh-CN" sz="1000" dirty="0">
              <a:solidFill>
                <a:schemeClr val="bg1"/>
              </a:solidFill>
              <a:ea typeface="宋体" panose="02010600030101010101" pitchFamily="2" charset="-122"/>
              <a:cs typeface="+mn-ea"/>
              <a:sym typeface="+mn-lt"/>
            </a:endParaRPr>
          </a:p>
        </p:txBody>
      </p:sp>
      <p:sp>
        <p:nvSpPr>
          <p:cNvPr id="27" name="Premium…"/>
          <p:cNvSpPr txBox="1"/>
          <p:nvPr/>
        </p:nvSpPr>
        <p:spPr>
          <a:xfrm>
            <a:off x="8600364" y="4795015"/>
            <a:ext cx="1333500" cy="403860"/>
          </a:xfrm>
          <a:prstGeom prst="rect">
            <a:avLst/>
          </a:prstGeom>
          <a:ln w="12700">
            <a:miter lim="400000"/>
          </a:ln>
        </p:spPr>
        <p:txBody>
          <a:bodyPr wrap="none" lIns="0" tIns="0" rIns="0" bIns="0">
            <a:spAutoFit/>
          </a:bodyPr>
          <a:lstStyle/>
          <a:p>
            <a:pPr algn="ctr">
              <a:lnSpc>
                <a:spcPct val="150000"/>
              </a:lnSpc>
              <a:defRPr sz="3500" b="0">
                <a:solidFill>
                  <a:srgbClr val="2B2F3C"/>
                </a:solidFill>
                <a:latin typeface="Montserrat Light"/>
                <a:ea typeface="Montserrat Light"/>
                <a:cs typeface="Montserrat Light"/>
                <a:sym typeface="Montserrat Light"/>
              </a:defRPr>
            </a:pPr>
            <a:r>
              <a:rPr lang="zh-CN" sz="1750" dirty="0">
                <a:solidFill>
                  <a:schemeClr val="bg1"/>
                </a:solidFill>
                <a:ea typeface="宋体" panose="02010600030101010101" pitchFamily="2" charset="-122"/>
                <a:cs typeface="+mn-ea"/>
                <a:sym typeface="+mn-lt"/>
              </a:rPr>
              <a:t>操作权限验证</a:t>
            </a:r>
            <a:endParaRPr lang="zh-CN" sz="1000" dirty="0">
              <a:solidFill>
                <a:schemeClr val="bg1"/>
              </a:solidFill>
              <a:ea typeface="宋体" panose="02010600030101010101" pitchFamily="2" charset="-122"/>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p>
        </p:txBody>
      </p:sp>
      <p:pic>
        <p:nvPicPr>
          <p:cNvPr id="2" name="图片 1"/>
          <p:cNvPicPr>
            <a:picLocks noChangeAspect="1"/>
          </p:cNvPicPr>
          <p:nvPr/>
        </p:nvPicPr>
        <p:blipFill>
          <a:blip r:embed="rId3"/>
          <a:stretch>
            <a:fillRect/>
          </a:stretch>
        </p:blipFill>
        <p:spPr>
          <a:xfrm>
            <a:off x="5024120" y="2223770"/>
            <a:ext cx="2143125" cy="2143125"/>
          </a:xfrm>
          <a:prstGeom prst="rect">
            <a:avLst/>
          </a:prstGeom>
        </p:spPr>
      </p:pic>
      <p:pic>
        <p:nvPicPr>
          <p:cNvPr id="3" name="图片 2"/>
          <p:cNvPicPr>
            <a:picLocks noChangeAspect="1"/>
          </p:cNvPicPr>
          <p:nvPr/>
        </p:nvPicPr>
        <p:blipFill>
          <a:blip r:embed="rId4"/>
          <a:srcRect r="1923" b="6381"/>
          <a:stretch>
            <a:fillRect/>
          </a:stretch>
        </p:blipFill>
        <p:spPr>
          <a:xfrm>
            <a:off x="1939925" y="2186940"/>
            <a:ext cx="2147570" cy="2207260"/>
          </a:xfrm>
          <a:prstGeom prst="rect">
            <a:avLst/>
          </a:prstGeom>
        </p:spPr>
      </p:pic>
      <p:pic>
        <p:nvPicPr>
          <p:cNvPr id="4" name="图片 3"/>
          <p:cNvPicPr>
            <a:picLocks noChangeAspect="1"/>
          </p:cNvPicPr>
          <p:nvPr/>
        </p:nvPicPr>
        <p:blipFill>
          <a:blip r:embed="rId5"/>
          <a:stretch>
            <a:fillRect/>
          </a:stretch>
        </p:blipFill>
        <p:spPr>
          <a:xfrm>
            <a:off x="8195310" y="2251075"/>
            <a:ext cx="2143125" cy="2143125"/>
          </a:xfrm>
          <a:prstGeom prst="rect">
            <a:avLst/>
          </a:prstGeom>
        </p:spPr>
      </p:pic>
      <p:sp>
        <p:nvSpPr>
          <p:cNvPr id="13"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t>16</a:t>
            </a:fld>
            <a:endParaRPr dirty="0">
              <a:latin typeface="+mn-lt"/>
              <a:ea typeface="+mn-ea"/>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p>
        </p:txBody>
      </p:sp>
      <p:pic>
        <p:nvPicPr>
          <p:cNvPr id="5" name="图片 4"/>
          <p:cNvPicPr>
            <a:picLocks noChangeAspect="1"/>
          </p:cNvPicPr>
          <p:nvPr/>
        </p:nvPicPr>
        <p:blipFill>
          <a:blip r:embed="rId3"/>
          <a:stretch>
            <a:fillRect/>
          </a:stretch>
        </p:blipFill>
        <p:spPr>
          <a:xfrm>
            <a:off x="1069027" y="1280712"/>
            <a:ext cx="3193741" cy="3598689"/>
          </a:xfrm>
          <a:prstGeom prst="rect">
            <a:avLst/>
          </a:prstGeom>
        </p:spPr>
      </p:pic>
      <p:pic>
        <p:nvPicPr>
          <p:cNvPr id="6" name="图片 5"/>
          <p:cNvPicPr>
            <a:picLocks noChangeAspect="1"/>
          </p:cNvPicPr>
          <p:nvPr/>
        </p:nvPicPr>
        <p:blipFill>
          <a:blip r:embed="rId4"/>
          <a:stretch>
            <a:fillRect/>
          </a:stretch>
        </p:blipFill>
        <p:spPr>
          <a:xfrm>
            <a:off x="6281837" y="1455540"/>
            <a:ext cx="5638800" cy="3352800"/>
          </a:xfrm>
          <a:prstGeom prst="rect">
            <a:avLst/>
          </a:prstGeom>
        </p:spPr>
      </p:pic>
      <p:pic>
        <p:nvPicPr>
          <p:cNvPr id="8" name="图片 7"/>
          <p:cNvPicPr>
            <a:picLocks noChangeAspect="1"/>
          </p:cNvPicPr>
          <p:nvPr/>
        </p:nvPicPr>
        <p:blipFill>
          <a:blip r:embed="rId5"/>
          <a:stretch>
            <a:fillRect/>
          </a:stretch>
        </p:blipFill>
        <p:spPr>
          <a:xfrm>
            <a:off x="1069027" y="5266065"/>
            <a:ext cx="10072370" cy="633730"/>
          </a:xfrm>
          <a:prstGeom prst="rect">
            <a:avLst/>
          </a:prstGeom>
        </p:spPr>
      </p:pic>
      <p:sp>
        <p:nvSpPr>
          <p:cNvPr id="2" name="文本框 1"/>
          <p:cNvSpPr txBox="1"/>
          <p:nvPr/>
        </p:nvSpPr>
        <p:spPr>
          <a:xfrm>
            <a:off x="4091276" y="1607348"/>
            <a:ext cx="1396536"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chemeClr val="bg1"/>
                </a:solidFill>
              </a:rPr>
              <a:t>注册界面</a:t>
            </a:r>
          </a:p>
        </p:txBody>
      </p:sp>
      <p:sp>
        <p:nvSpPr>
          <p:cNvPr id="11" name="文本框 10"/>
          <p:cNvSpPr txBox="1"/>
          <p:nvPr/>
        </p:nvSpPr>
        <p:spPr>
          <a:xfrm>
            <a:off x="9645766" y="963745"/>
            <a:ext cx="2089033"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chemeClr val="bg1"/>
                </a:solidFill>
              </a:rPr>
              <a:t>注册后邮箱验证</a:t>
            </a:r>
          </a:p>
        </p:txBody>
      </p:sp>
      <p:sp>
        <p:nvSpPr>
          <p:cNvPr id="12" name="文本框 11"/>
          <p:cNvSpPr txBox="1"/>
          <p:nvPr/>
        </p:nvSpPr>
        <p:spPr>
          <a:xfrm>
            <a:off x="9158087" y="5899795"/>
            <a:ext cx="2089033"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solidFill>
                  <a:schemeClr val="bg1"/>
                </a:solidFill>
              </a:rPr>
              <a:t>未通过验证弹窗</a:t>
            </a:r>
          </a:p>
        </p:txBody>
      </p:sp>
      <p:sp>
        <p:nvSpPr>
          <p:cNvPr id="13"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t>17</a:t>
            </a:fld>
            <a:endParaRPr dirty="0">
              <a:latin typeface="+mn-lt"/>
              <a:ea typeface="+mn-ea"/>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p>
        </p:txBody>
      </p:sp>
      <p:pic>
        <p:nvPicPr>
          <p:cNvPr id="6" name="图片 5"/>
          <p:cNvPicPr>
            <a:picLocks noChangeAspect="1"/>
          </p:cNvPicPr>
          <p:nvPr/>
        </p:nvPicPr>
        <p:blipFill>
          <a:blip r:embed="rId3"/>
          <a:stretch>
            <a:fillRect/>
          </a:stretch>
        </p:blipFill>
        <p:spPr>
          <a:xfrm>
            <a:off x="3381522" y="1065458"/>
            <a:ext cx="6197600" cy="4798060"/>
          </a:xfrm>
          <a:prstGeom prst="rect">
            <a:avLst/>
          </a:prstGeom>
        </p:spPr>
      </p:pic>
      <p:sp>
        <p:nvSpPr>
          <p:cNvPr id="8"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9" name="Circle"/>
          <p:cNvSpPr/>
          <p:nvPr/>
        </p:nvSpPr>
        <p:spPr>
          <a:xfrm>
            <a:off x="11016093" y="-353550"/>
            <a:ext cx="1809089" cy="1809090"/>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0" name="Circle"/>
          <p:cNvSpPr/>
          <p:nvPr/>
        </p:nvSpPr>
        <p:spPr>
          <a:xfrm>
            <a:off x="-1189241" y="-131966"/>
            <a:ext cx="3305979" cy="3305979"/>
          </a:xfrm>
          <a:prstGeom prst="ellipse">
            <a:avLst/>
          </a:prstGeom>
          <a:gradFill>
            <a:gsLst>
              <a:gs pos="0">
                <a:srgbClr val="FF2841">
                  <a:alpha val="15897"/>
                </a:srgbClr>
              </a:gs>
              <a:gs pos="100000">
                <a:srgbClr val="5C33E6">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1" name="Circle"/>
          <p:cNvSpPr/>
          <p:nvPr/>
        </p:nvSpPr>
        <p:spPr>
          <a:xfrm>
            <a:off x="3203349" y="646778"/>
            <a:ext cx="633933" cy="633934"/>
          </a:xfrm>
          <a:prstGeom prst="ellipse">
            <a:avLst/>
          </a:prstGeom>
          <a:gradFill>
            <a:gsLst>
              <a:gs pos="0">
                <a:srgbClr val="0A6CD1">
                  <a:alpha val="15897"/>
                </a:srgbClr>
              </a:gs>
              <a:gs pos="100000">
                <a:srgbClr val="7474BA">
                  <a:alpha val="15897"/>
                </a:srgbClr>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cs typeface="+mn-ea"/>
              <a:sym typeface="+mn-lt"/>
            </a:endParaRPr>
          </a:p>
        </p:txBody>
      </p:sp>
      <p:sp>
        <p:nvSpPr>
          <p:cNvPr id="4072" name="Slide Number"/>
          <p:cNvSpPr txBox="1">
            <a:spLocks noGrp="1"/>
          </p:cNvSpPr>
          <p:nvPr>
            <p:ph type="sldNum" sz="quarter" idx="2"/>
          </p:nvPr>
        </p:nvSpPr>
        <p:spPr>
          <a:xfrm>
            <a:off x="23069480" y="759089"/>
            <a:ext cx="301365" cy="307777"/>
          </a:xfrm>
          <a:prstGeom prst="rect">
            <a:avLst/>
          </a:prstGeom>
          <a:ln w="12700">
            <a:miter lim="400000"/>
          </a:ln>
        </p:spPr>
        <p:txBody>
          <a:bodyPr wrap="none" lIns="0" tIns="0" rIns="0" bIns="0">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r"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C2E3C"/>
                </a:solidFill>
                <a:effectLst/>
                <a:uFillTx/>
                <a:latin typeface="Montserrat Light"/>
                <a:ea typeface="Montserrat Light"/>
                <a:cs typeface="Montserrat Light"/>
                <a:sym typeface="Montserrat Light"/>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en-US" altLang="zh-CN" smtClean="0">
                <a:latin typeface="+mn-lt"/>
                <a:ea typeface="+mn-ea"/>
                <a:cs typeface="+mn-ea"/>
                <a:sym typeface="+mn-lt"/>
              </a:rPr>
              <a:t>18</a:t>
            </a:fld>
            <a:endParaRPr dirty="0">
              <a:latin typeface="+mn-lt"/>
              <a:ea typeface="+mn-ea"/>
              <a:cs typeface="+mn-ea"/>
              <a:sym typeface="+mn-lt"/>
            </a:endParaRPr>
          </a:p>
        </p:txBody>
      </p:sp>
      <p:sp>
        <p:nvSpPr>
          <p:cNvPr id="22" name="矩形 21"/>
          <p:cNvSpPr/>
          <p:nvPr/>
        </p:nvSpPr>
        <p:spPr>
          <a:xfrm>
            <a:off x="556946" y="235513"/>
            <a:ext cx="2621280" cy="829945"/>
          </a:xfrm>
          <a:prstGeom prst="rect">
            <a:avLst/>
          </a:prstGeom>
        </p:spPr>
        <p:txBody>
          <a:bodyPr wrap="none">
            <a:spAutoFit/>
          </a:bodyPr>
          <a:lstStyle/>
          <a:p>
            <a:r>
              <a:rPr lang="zh-CN" altLang="en-US" sz="4800" dirty="0">
                <a:solidFill>
                  <a:schemeClr val="bg1"/>
                </a:solidFill>
                <a:cs typeface="+mn-ea"/>
                <a:sym typeface="+mn-lt"/>
              </a:rPr>
              <a:t>用户验证</a:t>
            </a:r>
          </a:p>
        </p:txBody>
      </p:sp>
      <p:pic>
        <p:nvPicPr>
          <p:cNvPr id="5" name="图片 4"/>
          <p:cNvPicPr>
            <a:picLocks noChangeAspect="1"/>
          </p:cNvPicPr>
          <p:nvPr/>
        </p:nvPicPr>
        <p:blipFill>
          <a:blip r:embed="rId3"/>
          <a:stretch>
            <a:fillRect/>
          </a:stretch>
        </p:blipFill>
        <p:spPr>
          <a:xfrm>
            <a:off x="651510" y="1750060"/>
            <a:ext cx="8524875" cy="4010025"/>
          </a:xfrm>
          <a:prstGeom prst="rect">
            <a:avLst/>
          </a:prstGeom>
        </p:spPr>
      </p:pic>
      <p:pic>
        <p:nvPicPr>
          <p:cNvPr id="2" name="图片 1" descr="1"/>
          <p:cNvPicPr>
            <a:picLocks noChangeAspect="1"/>
          </p:cNvPicPr>
          <p:nvPr/>
        </p:nvPicPr>
        <p:blipFill>
          <a:blip r:embed="rId4"/>
          <a:stretch>
            <a:fillRect/>
          </a:stretch>
        </p:blipFill>
        <p:spPr>
          <a:xfrm>
            <a:off x="9642475" y="235585"/>
            <a:ext cx="2389505" cy="6443980"/>
          </a:xfrm>
          <a:prstGeom prst="rect">
            <a:avLst/>
          </a:prstGeom>
        </p:spPr>
      </p:pic>
      <p:sp>
        <p:nvSpPr>
          <p:cNvPr id="9"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54639" y="2919457"/>
            <a:ext cx="1515478" cy="1189556"/>
          </a:xfrm>
          <a:prstGeom prst="rect">
            <a:avLst/>
          </a:prstGeom>
          <a:noFill/>
          <a:ln w="117475">
            <a:noFill/>
          </a:ln>
        </p:spPr>
        <p:txBody>
          <a:bodyPr wrap="none" rtlCol="0">
            <a:prstTxWarp prst="textPlain">
              <a:avLst/>
            </a:prstTxWarp>
            <a:spAutoFit/>
          </a:bodyPr>
          <a:lstStyle/>
          <a:p>
            <a:r>
              <a:rPr lang="en-US" altLang="zh-CN"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rPr>
              <a:t>04</a:t>
            </a:r>
            <a:endParaRPr lang="zh-CN" altLang="en-US" sz="2000" spc="100" dirty="0">
              <a:gradFill>
                <a:gsLst>
                  <a:gs pos="0">
                    <a:srgbClr val="557CB3"/>
                  </a:gs>
                  <a:gs pos="53000">
                    <a:srgbClr val="DA3977"/>
                  </a:gs>
                  <a:gs pos="75000">
                    <a:srgbClr val="C14781"/>
                  </a:gs>
                  <a:gs pos="26000">
                    <a:srgbClr val="C14781"/>
                  </a:gs>
                  <a:gs pos="100000">
                    <a:srgbClr val="384B9A"/>
                  </a:gs>
                </a:gsLst>
                <a:lin ang="0" scaled="1"/>
              </a:gradFill>
              <a:cs typeface="+mn-ea"/>
              <a:sym typeface="+mn-lt"/>
            </a:endParaRPr>
          </a:p>
        </p:txBody>
      </p:sp>
      <p:sp>
        <p:nvSpPr>
          <p:cNvPr id="3" name="TextBox 1647"/>
          <p:cNvSpPr txBox="1"/>
          <p:nvPr/>
        </p:nvSpPr>
        <p:spPr>
          <a:xfrm>
            <a:off x="6813832" y="3036318"/>
            <a:ext cx="3568659" cy="787523"/>
          </a:xfrm>
          <a:prstGeom prst="rect">
            <a:avLst/>
          </a:prstGeom>
          <a:noFill/>
        </p:spPr>
        <p:txBody>
          <a:bodyPr wrap="square" rtlCol="0">
            <a:spAutoFit/>
          </a:bodyPr>
          <a:lstStyle/>
          <a:p>
            <a:pPr>
              <a:lnSpc>
                <a:spcPct val="150000"/>
              </a:lnSpc>
            </a:pPr>
            <a:r>
              <a:rPr lang="en-US" altLang="zh-CN" sz="1600" dirty="0">
                <a:solidFill>
                  <a:schemeClr val="bg1"/>
                </a:solidFill>
                <a:cs typeface="+mn-ea"/>
                <a:sym typeface="+mn-lt"/>
              </a:rPr>
              <a:t>1</a:t>
            </a:r>
            <a:r>
              <a:rPr lang="zh-CN" altLang="en-US" sz="1600" dirty="0">
                <a:solidFill>
                  <a:schemeClr val="bg1"/>
                </a:solidFill>
                <a:cs typeface="+mn-ea"/>
                <a:sym typeface="+mn-lt"/>
              </a:rPr>
              <a:t>、团队成员分工总结</a:t>
            </a:r>
            <a:endParaRPr lang="en-US" altLang="zh-CN" sz="1600" dirty="0">
              <a:solidFill>
                <a:schemeClr val="bg1"/>
              </a:solidFill>
              <a:cs typeface="+mn-ea"/>
              <a:sym typeface="+mn-lt"/>
            </a:endParaRPr>
          </a:p>
          <a:p>
            <a:pPr>
              <a:lnSpc>
                <a:spcPct val="150000"/>
              </a:lnSpc>
            </a:pPr>
            <a:r>
              <a:rPr lang="en-US" sz="1600" dirty="0">
                <a:solidFill>
                  <a:schemeClr val="bg1"/>
                </a:solidFill>
                <a:cs typeface="+mn-ea"/>
                <a:sym typeface="+mn-lt"/>
              </a:rPr>
              <a:t>2</a:t>
            </a:r>
            <a:r>
              <a:rPr lang="zh-CN" altLang="en-US" sz="1600" dirty="0">
                <a:solidFill>
                  <a:schemeClr val="bg1"/>
                </a:solidFill>
                <a:cs typeface="+mn-ea"/>
                <a:sym typeface="+mn-lt"/>
              </a:rPr>
              <a:t>、总结</a:t>
            </a:r>
            <a:endParaRPr lang="en-ID" sz="1600" dirty="0">
              <a:solidFill>
                <a:schemeClr val="bg1"/>
              </a:solidFill>
              <a:cs typeface="+mn-ea"/>
              <a:sym typeface="+mn-lt"/>
            </a:endParaRPr>
          </a:p>
        </p:txBody>
      </p:sp>
      <p:grpSp>
        <p:nvGrpSpPr>
          <p:cNvPr id="5" name="Group 1651"/>
          <p:cNvGrpSpPr/>
          <p:nvPr/>
        </p:nvGrpSpPr>
        <p:grpSpPr>
          <a:xfrm>
            <a:off x="6435456" y="3080001"/>
            <a:ext cx="193548" cy="193548"/>
            <a:chOff x="6506160" y="2751098"/>
            <a:chExt cx="193548" cy="193548"/>
          </a:xfrm>
          <a:solidFill>
            <a:srgbClr val="384B9A"/>
          </a:solidFill>
        </p:grpSpPr>
        <p:sp>
          <p:nvSpPr>
            <p:cNvPr id="6" name="Oval 1652"/>
            <p:cNvSpPr/>
            <p:nvPr/>
          </p:nvSpPr>
          <p:spPr>
            <a:xfrm>
              <a:off x="6506160" y="2751098"/>
              <a:ext cx="193548" cy="19354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7" name="Oval 1653"/>
            <p:cNvSpPr/>
            <p:nvPr/>
          </p:nvSpPr>
          <p:spPr>
            <a:xfrm>
              <a:off x="6568298" y="2813236"/>
              <a:ext cx="69273" cy="69273"/>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grpSp>
      <p:sp>
        <p:nvSpPr>
          <p:cNvPr id="8" name="Rectangle 1655"/>
          <p:cNvSpPr/>
          <p:nvPr/>
        </p:nvSpPr>
        <p:spPr>
          <a:xfrm>
            <a:off x="6771387" y="4226836"/>
            <a:ext cx="2365434" cy="418322"/>
          </a:xfrm>
          <a:prstGeom prst="rect">
            <a:avLst/>
          </a:prstGeom>
          <a:solidFill>
            <a:srgbClr val="DA3977"/>
          </a:solidFill>
          <a:ln w="1270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12" name="TextBox 1659"/>
          <p:cNvSpPr txBox="1"/>
          <p:nvPr/>
        </p:nvSpPr>
        <p:spPr>
          <a:xfrm>
            <a:off x="7119339" y="4305192"/>
            <a:ext cx="1385316" cy="261610"/>
          </a:xfrm>
          <a:prstGeom prst="rect">
            <a:avLst/>
          </a:prstGeom>
          <a:noFill/>
        </p:spPr>
        <p:txBody>
          <a:bodyPr wrap="none" rtlCol="0">
            <a:spAutoFit/>
          </a:bodyPr>
          <a:lstStyle/>
          <a:p>
            <a:pPr algn="ctr"/>
            <a:r>
              <a:rPr lang="en-ID" sz="1100" b="1" dirty="0">
                <a:solidFill>
                  <a:schemeClr val="bg1"/>
                </a:solidFill>
                <a:cs typeface="+mn-ea"/>
                <a:sym typeface="+mn-lt"/>
              </a:rPr>
              <a:t>Project summary</a:t>
            </a:r>
          </a:p>
        </p:txBody>
      </p:sp>
      <p:sp>
        <p:nvSpPr>
          <p:cNvPr id="13" name="矩形 12"/>
          <p:cNvSpPr/>
          <p:nvPr/>
        </p:nvSpPr>
        <p:spPr>
          <a:xfrm>
            <a:off x="6771387" y="2105231"/>
            <a:ext cx="2646878" cy="830997"/>
          </a:xfrm>
          <a:prstGeom prst="rect">
            <a:avLst/>
          </a:prstGeom>
        </p:spPr>
        <p:txBody>
          <a:bodyPr wrap="none">
            <a:spAutoFit/>
          </a:bodyPr>
          <a:lstStyle/>
          <a:p>
            <a:r>
              <a:rPr lang="zh-CN" altLang="en-US" sz="4800" b="1" dirty="0">
                <a:solidFill>
                  <a:schemeClr val="bg1"/>
                </a:solidFill>
                <a:cs typeface="+mn-ea"/>
                <a:sym typeface="+mn-lt"/>
              </a:rPr>
              <a:t>项目总结</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3" name="Rounded Rectangle"/>
          <p:cNvSpPr/>
          <p:nvPr/>
        </p:nvSpPr>
        <p:spPr>
          <a:xfrm>
            <a:off x="5859853" y="6069884"/>
            <a:ext cx="5080001" cy="63501"/>
          </a:xfrm>
          <a:prstGeom prst="roundRect">
            <a:avLst>
              <a:gd name="adj" fmla="val 50000"/>
            </a:avLst>
          </a:prstGeom>
          <a:solidFill>
            <a:srgbClr val="F7F9FF">
              <a:alpha val="10000"/>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14" name="Rounded Rectangle"/>
          <p:cNvSpPr/>
          <p:nvPr/>
        </p:nvSpPr>
        <p:spPr>
          <a:xfrm>
            <a:off x="5859853" y="6043251"/>
            <a:ext cx="2637708" cy="63501"/>
          </a:xfrm>
          <a:prstGeom prst="roundRect">
            <a:avLst>
              <a:gd name="adj" fmla="val 50000"/>
            </a:avLst>
          </a:prstGeom>
          <a:gradFill>
            <a:gsLst>
              <a:gs pos="0">
                <a:srgbClr val="0A6CD1"/>
              </a:gs>
              <a:gs pos="100000">
                <a:srgbClr val="7474BA"/>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16" name="Rounded Rectangle"/>
          <p:cNvSpPr/>
          <p:nvPr/>
        </p:nvSpPr>
        <p:spPr>
          <a:xfrm>
            <a:off x="5868049" y="4740728"/>
            <a:ext cx="5080001" cy="63501"/>
          </a:xfrm>
          <a:prstGeom prst="roundRect">
            <a:avLst>
              <a:gd name="adj" fmla="val 50000"/>
            </a:avLst>
          </a:prstGeom>
          <a:solidFill>
            <a:srgbClr val="F7F9FF">
              <a:alpha val="10000"/>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517" name="Rounded Rectangle"/>
          <p:cNvSpPr/>
          <p:nvPr/>
        </p:nvSpPr>
        <p:spPr>
          <a:xfrm>
            <a:off x="5868049" y="5478656"/>
            <a:ext cx="2629511" cy="63501"/>
          </a:xfrm>
          <a:prstGeom prst="roundRect">
            <a:avLst>
              <a:gd name="adj" fmla="val 50000"/>
            </a:avLst>
          </a:prstGeom>
          <a:gradFill>
            <a:gsLst>
              <a:gs pos="0">
                <a:srgbClr val="0A6CD1"/>
              </a:gs>
              <a:gs pos="100000">
                <a:srgbClr val="7474BA"/>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20" name="Design"/>
          <p:cNvSpPr txBox="1"/>
          <p:nvPr/>
        </p:nvSpPr>
        <p:spPr>
          <a:xfrm>
            <a:off x="5895264" y="5831698"/>
            <a:ext cx="256480" cy="203645"/>
          </a:xfrm>
          <a:prstGeom prst="rect">
            <a:avLst/>
          </a:prstGeom>
          <a:ln w="12700">
            <a:miter lim="400000"/>
          </a:ln>
        </p:spPr>
        <p:txBody>
          <a:bodyPr wrap="none" lIns="0" tIns="0" rIns="0" bIns="0">
            <a:spAutoFit/>
          </a:bodyPr>
          <a:lstStyle>
            <a:lvl1pPr algn="l">
              <a:lnSpc>
                <a:spcPct val="150000"/>
              </a:lnSpc>
              <a:defRPr sz="2000" b="0">
                <a:solidFill>
                  <a:srgbClr val="696F78"/>
                </a:solidFill>
                <a:latin typeface="Montserrat Light"/>
                <a:ea typeface="Montserrat Light"/>
                <a:cs typeface="Montserrat Light"/>
                <a:sym typeface="Montserrat Light"/>
              </a:defRPr>
            </a:lvl1pPr>
          </a:lstStyle>
          <a:p>
            <a:r>
              <a:rPr lang="zh-CN" altLang="en-US" sz="1000" dirty="0">
                <a:solidFill>
                  <a:schemeClr val="bg1"/>
                </a:solidFill>
                <a:latin typeface="+mn-lt"/>
                <a:ea typeface="+mn-ea"/>
                <a:cs typeface="+mn-ea"/>
                <a:sym typeface="+mn-lt"/>
              </a:rPr>
              <a:t>楚兰</a:t>
            </a:r>
            <a:endParaRPr sz="1000" dirty="0">
              <a:solidFill>
                <a:schemeClr val="bg1"/>
              </a:solidFill>
              <a:latin typeface="+mn-lt"/>
              <a:ea typeface="+mn-ea"/>
              <a:cs typeface="+mn-ea"/>
              <a:sym typeface="+mn-lt"/>
            </a:endParaRPr>
          </a:p>
        </p:txBody>
      </p:sp>
      <p:sp>
        <p:nvSpPr>
          <p:cNvPr id="21" name="Marketing"/>
          <p:cNvSpPr txBox="1"/>
          <p:nvPr/>
        </p:nvSpPr>
        <p:spPr>
          <a:xfrm>
            <a:off x="5868048" y="5183741"/>
            <a:ext cx="629981" cy="203645"/>
          </a:xfrm>
          <a:prstGeom prst="rect">
            <a:avLst/>
          </a:prstGeom>
          <a:ln w="12700">
            <a:miter lim="400000"/>
          </a:ln>
        </p:spPr>
        <p:txBody>
          <a:bodyPr wrap="square" lIns="0" tIns="0" rIns="0" bIns="0">
            <a:spAutoFit/>
          </a:bodyPr>
          <a:lstStyle>
            <a:lvl1pPr algn="l">
              <a:lnSpc>
                <a:spcPct val="150000"/>
              </a:lnSpc>
              <a:defRPr sz="2000" b="0">
                <a:solidFill>
                  <a:srgbClr val="696F78"/>
                </a:solidFill>
                <a:latin typeface="Montserrat Light"/>
                <a:ea typeface="Montserrat Light"/>
                <a:cs typeface="Montserrat Light"/>
                <a:sym typeface="Montserrat Light"/>
              </a:defRPr>
            </a:lvl1pPr>
          </a:lstStyle>
          <a:p>
            <a:r>
              <a:rPr lang="zh-CN" altLang="en-US" sz="1000" dirty="0">
                <a:solidFill>
                  <a:schemeClr val="bg1"/>
                </a:solidFill>
                <a:latin typeface="+mn-lt"/>
                <a:ea typeface="+mn-ea"/>
                <a:cs typeface="+mn-ea"/>
                <a:sym typeface="+mn-lt"/>
              </a:rPr>
              <a:t>君君</a:t>
            </a:r>
            <a:endParaRPr sz="1000" dirty="0">
              <a:solidFill>
                <a:schemeClr val="bg1"/>
              </a:solidFill>
              <a:latin typeface="+mn-lt"/>
              <a:ea typeface="+mn-ea"/>
              <a:cs typeface="+mn-ea"/>
              <a:sym typeface="+mn-lt"/>
            </a:endParaRPr>
          </a:p>
        </p:txBody>
      </p:sp>
      <p:sp>
        <p:nvSpPr>
          <p:cNvPr id="22" name="95%"/>
          <p:cNvSpPr txBox="1"/>
          <p:nvPr/>
        </p:nvSpPr>
        <p:spPr>
          <a:xfrm>
            <a:off x="10679652" y="4563098"/>
            <a:ext cx="264496" cy="203645"/>
          </a:xfrm>
          <a:prstGeom prst="rect">
            <a:avLst/>
          </a:prstGeom>
          <a:ln w="12700">
            <a:miter lim="400000"/>
          </a:ln>
        </p:spPr>
        <p:txBody>
          <a:bodyPr wrap="none" lIns="0" tIns="0" rIns="0" bIns="0">
            <a:spAutoFit/>
          </a:bodyPr>
          <a:lstStyle>
            <a:lvl1pPr algn="r">
              <a:lnSpc>
                <a:spcPct val="150000"/>
              </a:lnSpc>
              <a:defRPr sz="2000" b="0">
                <a:solidFill>
                  <a:srgbClr val="2B2F3C"/>
                </a:solidFill>
                <a:latin typeface="Montserrat SemiBold"/>
                <a:ea typeface="Montserrat SemiBold"/>
                <a:cs typeface="Montserrat SemiBold"/>
                <a:sym typeface="Montserrat SemiBold"/>
              </a:defRPr>
            </a:lvl1pPr>
          </a:lstStyle>
          <a:p>
            <a:r>
              <a:rPr lang="en-US" sz="1000" dirty="0">
                <a:solidFill>
                  <a:schemeClr val="bg1"/>
                </a:solidFill>
                <a:latin typeface="+mn-lt"/>
                <a:ea typeface="+mn-ea"/>
                <a:cs typeface="+mn-ea"/>
                <a:sym typeface="+mn-lt"/>
              </a:rPr>
              <a:t>33</a:t>
            </a:r>
            <a:r>
              <a:rPr sz="1000" dirty="0">
                <a:solidFill>
                  <a:schemeClr val="bg1"/>
                </a:solidFill>
                <a:latin typeface="+mn-lt"/>
                <a:ea typeface="+mn-ea"/>
                <a:cs typeface="+mn-ea"/>
                <a:sym typeface="+mn-lt"/>
              </a:rPr>
              <a:t>%</a:t>
            </a:r>
          </a:p>
        </p:txBody>
      </p:sp>
      <p:sp>
        <p:nvSpPr>
          <p:cNvPr id="23" name="80%"/>
          <p:cNvSpPr txBox="1"/>
          <p:nvPr/>
        </p:nvSpPr>
        <p:spPr>
          <a:xfrm>
            <a:off x="10762876" y="5839606"/>
            <a:ext cx="264496" cy="203645"/>
          </a:xfrm>
          <a:prstGeom prst="rect">
            <a:avLst/>
          </a:prstGeom>
          <a:ln w="12700">
            <a:miter lim="400000"/>
          </a:ln>
        </p:spPr>
        <p:txBody>
          <a:bodyPr wrap="none" lIns="0" tIns="0" rIns="0" bIns="0">
            <a:spAutoFit/>
          </a:bodyPr>
          <a:lstStyle>
            <a:lvl1pPr algn="r">
              <a:lnSpc>
                <a:spcPct val="150000"/>
              </a:lnSpc>
              <a:defRPr sz="2000" b="0">
                <a:solidFill>
                  <a:srgbClr val="F7F9FF"/>
                </a:solidFill>
                <a:latin typeface="Montserrat SemiBold"/>
                <a:ea typeface="Montserrat SemiBold"/>
                <a:cs typeface="Montserrat SemiBold"/>
                <a:sym typeface="Montserrat SemiBold"/>
              </a:defRPr>
            </a:lvl1pPr>
          </a:lstStyle>
          <a:p>
            <a:r>
              <a:rPr lang="en-US" sz="1000" dirty="0">
                <a:solidFill>
                  <a:schemeClr val="bg1"/>
                </a:solidFill>
                <a:latin typeface="+mn-lt"/>
                <a:ea typeface="+mn-ea"/>
                <a:cs typeface="+mn-ea"/>
                <a:sym typeface="+mn-lt"/>
              </a:rPr>
              <a:t>33</a:t>
            </a:r>
            <a:r>
              <a:rPr sz="1000" dirty="0">
                <a:solidFill>
                  <a:schemeClr val="bg1"/>
                </a:solidFill>
                <a:latin typeface="+mn-lt"/>
                <a:ea typeface="+mn-ea"/>
                <a:cs typeface="+mn-ea"/>
                <a:sym typeface="+mn-lt"/>
              </a:rPr>
              <a:t>%</a:t>
            </a:r>
          </a:p>
        </p:txBody>
      </p:sp>
      <p:sp>
        <p:nvSpPr>
          <p:cNvPr id="24" name="Great things in business are…"/>
          <p:cNvSpPr txBox="1"/>
          <p:nvPr/>
        </p:nvSpPr>
        <p:spPr>
          <a:xfrm>
            <a:off x="1256300" y="4832091"/>
            <a:ext cx="4050485" cy="923330"/>
          </a:xfrm>
          <a:prstGeom prst="rect">
            <a:avLst/>
          </a:prstGeom>
          <a:ln w="12700">
            <a:miter lim="400000"/>
          </a:ln>
        </p:spPr>
        <p:txBody>
          <a:bodyPr wrap="square" lIns="0" tIns="0" rIns="0" bIns="0">
            <a:spAutoFit/>
          </a:bodyPr>
          <a:lstStyle/>
          <a:p>
            <a:pPr>
              <a:lnSpc>
                <a:spcPct val="150000"/>
              </a:lnSpc>
              <a:defRPr sz="3500" b="0">
                <a:solidFill>
                  <a:srgbClr val="2B2F3C"/>
                </a:solidFill>
                <a:latin typeface="Montserrat Light"/>
                <a:ea typeface="Montserrat Light"/>
                <a:cs typeface="Montserrat Light"/>
                <a:sym typeface="Montserrat Light"/>
              </a:defRPr>
            </a:pPr>
            <a:r>
              <a:rPr lang="zh-CN" altLang="en-US" sz="4000" dirty="0">
                <a:solidFill>
                  <a:schemeClr val="bg1"/>
                </a:solidFill>
                <a:latin typeface="华文行楷" pitchFamily="2" charset="-122"/>
                <a:ea typeface="华文行楷" pitchFamily="2" charset="-122"/>
                <a:cs typeface="+mn-ea"/>
                <a:sym typeface="+mn-lt"/>
              </a:rPr>
              <a:t>小组成员介绍</a:t>
            </a:r>
          </a:p>
        </p:txBody>
      </p:sp>
      <p:sp>
        <p:nvSpPr>
          <p:cNvPr id="26" name="Marketing"/>
          <p:cNvSpPr txBox="1"/>
          <p:nvPr/>
        </p:nvSpPr>
        <p:spPr>
          <a:xfrm>
            <a:off x="5859852" y="4464689"/>
            <a:ext cx="629981" cy="230505"/>
          </a:xfrm>
          <a:prstGeom prst="rect">
            <a:avLst/>
          </a:prstGeom>
          <a:ln w="12700">
            <a:miter lim="400000"/>
          </a:ln>
        </p:spPr>
        <p:txBody>
          <a:bodyPr wrap="square" lIns="0" tIns="0" rIns="0" bIns="0">
            <a:spAutoFit/>
          </a:bodyPr>
          <a:lstStyle>
            <a:lvl1pPr algn="l">
              <a:lnSpc>
                <a:spcPct val="150000"/>
              </a:lnSpc>
              <a:defRPr sz="2000" b="0">
                <a:solidFill>
                  <a:srgbClr val="696F78"/>
                </a:solidFill>
                <a:latin typeface="Montserrat Light"/>
                <a:ea typeface="Montserrat Light"/>
                <a:cs typeface="Montserrat Light"/>
                <a:sym typeface="Montserrat Light"/>
              </a:defRPr>
            </a:lvl1pPr>
          </a:lstStyle>
          <a:p>
            <a:r>
              <a:rPr lang="zh-CN" sz="1000" dirty="0">
                <a:solidFill>
                  <a:schemeClr val="bg1"/>
                </a:solidFill>
                <a:latin typeface="+mn-lt"/>
                <a:ea typeface="+mn-ea"/>
                <a:cs typeface="+mn-ea"/>
                <a:sym typeface="+mn-lt"/>
              </a:rPr>
              <a:t>磊磊</a:t>
            </a:r>
          </a:p>
        </p:txBody>
      </p:sp>
      <p:sp>
        <p:nvSpPr>
          <p:cNvPr id="31" name="Rounded Rectangle"/>
          <p:cNvSpPr/>
          <p:nvPr/>
        </p:nvSpPr>
        <p:spPr>
          <a:xfrm>
            <a:off x="5957559" y="5466690"/>
            <a:ext cx="5080001" cy="63501"/>
          </a:xfrm>
          <a:prstGeom prst="roundRect">
            <a:avLst>
              <a:gd name="adj" fmla="val 50000"/>
            </a:avLst>
          </a:prstGeom>
          <a:solidFill>
            <a:srgbClr val="F7F9FF">
              <a:alpha val="10000"/>
            </a:srgb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sp>
        <p:nvSpPr>
          <p:cNvPr id="32" name="Rounded Rectangle"/>
          <p:cNvSpPr/>
          <p:nvPr/>
        </p:nvSpPr>
        <p:spPr>
          <a:xfrm>
            <a:off x="5859853" y="4731018"/>
            <a:ext cx="2637708" cy="85163"/>
          </a:xfrm>
          <a:prstGeom prst="roundRect">
            <a:avLst>
              <a:gd name="adj" fmla="val 50000"/>
            </a:avLst>
          </a:prstGeom>
          <a:gradFill>
            <a:gsLst>
              <a:gs pos="0">
                <a:srgbClr val="0A6CD1"/>
              </a:gs>
              <a:gs pos="100000">
                <a:srgbClr val="7474BA"/>
              </a:gs>
            </a:gsLst>
            <a:lin ang="3000000"/>
          </a:gra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chemeClr val="bg1"/>
              </a:solidFill>
              <a:cs typeface="+mn-ea"/>
              <a:sym typeface="+mn-lt"/>
            </a:endParaRPr>
          </a:p>
        </p:txBody>
      </p:sp>
      <p:pic>
        <p:nvPicPr>
          <p:cNvPr id="36" name="图片占位符 35"/>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t="12537" b="12537"/>
          <a:stretch>
            <a:fillRect/>
          </a:stretch>
        </p:blipFill>
        <p:spPr>
          <a:xfrm>
            <a:off x="4252054" y="55857"/>
            <a:ext cx="2079637" cy="2078283"/>
          </a:xfrm>
        </p:spPr>
      </p:pic>
      <p:pic>
        <p:nvPicPr>
          <p:cNvPr id="38" name="图片占位符 37"/>
          <p:cNvPicPr>
            <a:picLocks noGrp="1" noChangeAspect="1"/>
          </p:cNvPicPr>
          <p:nvPr>
            <p:ph type="pic" sz="quarter" idx="36"/>
          </p:nvPr>
        </p:nvPicPr>
        <p:blipFill>
          <a:blip r:embed="rId4" cstate="print">
            <a:extLst>
              <a:ext uri="{28A0092B-C50C-407E-A947-70E740481C1C}">
                <a14:useLocalDpi xmlns:a14="http://schemas.microsoft.com/office/drawing/2010/main" val="0"/>
              </a:ext>
            </a:extLst>
          </a:blip>
          <a:srcRect t="12537" b="12537"/>
          <a:stretch>
            <a:fillRect/>
          </a:stretch>
        </p:blipFill>
        <p:spPr>
          <a:xfrm>
            <a:off x="8472337" y="66888"/>
            <a:ext cx="2079638" cy="2078339"/>
          </a:xfrm>
        </p:spPr>
      </p:pic>
      <p:pic>
        <p:nvPicPr>
          <p:cNvPr id="33" name="图片占位符 32"/>
          <p:cNvPicPr>
            <a:picLocks noGrp="1" noChangeAspect="1"/>
          </p:cNvPicPr>
          <p:nvPr>
            <p:ph type="pic" sz="quarter" idx="35"/>
          </p:nvPr>
        </p:nvPicPr>
        <p:blipFill rotWithShape="1">
          <a:blip r:embed="rId5" cstate="print">
            <a:extLst>
              <a:ext uri="{28A0092B-C50C-407E-A947-70E740481C1C}">
                <a14:useLocalDpi xmlns:a14="http://schemas.microsoft.com/office/drawing/2010/main" val="0"/>
              </a:ext>
            </a:extLst>
          </a:blip>
          <a:srcRect t="21204" b="3871"/>
          <a:stretch>
            <a:fillRect/>
          </a:stretch>
        </p:blipFill>
        <p:spPr>
          <a:xfrm>
            <a:off x="241449" y="72680"/>
            <a:ext cx="2079637" cy="2078283"/>
          </a:xfrm>
        </p:spPr>
      </p:pic>
      <p:pic>
        <p:nvPicPr>
          <p:cNvPr id="50" name="图片占位符 39"/>
          <p:cNvPicPr>
            <a:picLocks noChangeAspect="1"/>
          </p:cNvPicPr>
          <p:nvPr/>
        </p:nvPicPr>
        <p:blipFill>
          <a:blip r:embed="rId6">
            <a:extLst>
              <a:ext uri="{28A0092B-C50C-407E-A947-70E740481C1C}">
                <a14:useLocalDpi xmlns:a14="http://schemas.microsoft.com/office/drawing/2010/main" val="0"/>
              </a:ext>
            </a:extLst>
          </a:blip>
          <a:srcRect l="12214" r="12214"/>
          <a:stretch>
            <a:fillRect/>
          </a:stretch>
        </p:blipFill>
        <p:spPr>
          <a:xfrm>
            <a:off x="9882188" y="2150963"/>
            <a:ext cx="2068363" cy="2033740"/>
          </a:xfrm>
          <a:custGeom>
            <a:avLst/>
            <a:gdLst>
              <a:gd name="connsiteX0" fmla="*/ 0 w 4876800"/>
              <a:gd name="connsiteY0" fmla="*/ 0 h 4873753"/>
              <a:gd name="connsiteX1" fmla="*/ 4876800 w 4876800"/>
              <a:gd name="connsiteY1" fmla="*/ 0 h 4873753"/>
              <a:gd name="connsiteX2" fmla="*/ 4876800 w 4876800"/>
              <a:gd name="connsiteY2" fmla="*/ 4873753 h 4873753"/>
              <a:gd name="connsiteX3" fmla="*/ 0 w 4876800"/>
              <a:gd name="connsiteY3" fmla="*/ 4873753 h 4873753"/>
            </a:gdLst>
            <a:ahLst/>
            <a:cxnLst>
              <a:cxn ang="0">
                <a:pos x="connsiteX0" y="connsiteY0"/>
              </a:cxn>
              <a:cxn ang="0">
                <a:pos x="connsiteX1" y="connsiteY1"/>
              </a:cxn>
              <a:cxn ang="0">
                <a:pos x="connsiteX2" y="connsiteY2"/>
              </a:cxn>
              <a:cxn ang="0">
                <a:pos x="connsiteX3" y="connsiteY3"/>
              </a:cxn>
            </a:cxnLst>
            <a:rect l="l" t="t" r="r" b="b"/>
            <a:pathLst>
              <a:path w="4876800" h="4873753">
                <a:moveTo>
                  <a:pt x="0" y="0"/>
                </a:moveTo>
                <a:lnTo>
                  <a:pt x="4876800" y="0"/>
                </a:lnTo>
                <a:lnTo>
                  <a:pt x="4876800" y="4873753"/>
                </a:lnTo>
                <a:lnTo>
                  <a:pt x="0" y="4873753"/>
                </a:lnTo>
                <a:close/>
              </a:path>
            </a:pathLst>
          </a:custGeom>
          <a:solidFill>
            <a:schemeClr val="bg1">
              <a:lumMod val="50000"/>
            </a:schemeClr>
          </a:solidFill>
        </p:spPr>
      </p:pic>
      <p:pic>
        <p:nvPicPr>
          <p:cNvPr id="57" name="图片占位符 56"/>
          <p:cNvPicPr>
            <a:picLocks noGrp="1" noChangeAspect="1"/>
          </p:cNvPicPr>
          <p:nvPr>
            <p:ph type="pic" sz="quarter" idx="37"/>
          </p:nvPr>
        </p:nvPicPr>
        <p:blipFill rotWithShape="1">
          <a:blip r:embed="rId7">
            <a:extLst>
              <a:ext uri="{28A0092B-C50C-407E-A947-70E740481C1C}">
                <a14:useLocalDpi xmlns:a14="http://schemas.microsoft.com/office/drawing/2010/main" val="0"/>
              </a:ext>
            </a:extLst>
          </a:blip>
          <a:srcRect l="5949" r="24182"/>
          <a:stretch>
            <a:fillRect/>
          </a:stretch>
        </p:blipFill>
        <p:spPr>
          <a:xfrm>
            <a:off x="1240869" y="2150963"/>
            <a:ext cx="2045701" cy="2044423"/>
          </a:xfrm>
        </p:spPr>
      </p:pic>
      <p:pic>
        <p:nvPicPr>
          <p:cNvPr id="9" name="图片占位符 8"/>
          <p:cNvPicPr>
            <a:picLocks noGrp="1" noChangeAspect="1"/>
          </p:cNvPicPr>
          <p:nvPr>
            <p:ph type="pic" sz="quarter" idx="38"/>
          </p:nvPr>
        </p:nvPicPr>
        <p:blipFill>
          <a:blip r:embed="rId8" cstate="print">
            <a:extLst>
              <a:ext uri="{28A0092B-C50C-407E-A947-70E740481C1C}">
                <a14:useLocalDpi xmlns:a14="http://schemas.microsoft.com/office/drawing/2010/main" val="0"/>
              </a:ext>
            </a:extLst>
          </a:blip>
          <a:srcRect l="1661" r="1661"/>
          <a:stretch>
            <a:fillRect/>
          </a:stretch>
        </p:blipFill>
        <p:spPr>
          <a:xfrm>
            <a:off x="5561528" y="2127303"/>
            <a:ext cx="2045701" cy="2044423"/>
          </a:xfrm>
        </p:spPr>
      </p:pic>
      <p:sp>
        <p:nvSpPr>
          <p:cNvPr id="29" name="文本框 28"/>
          <p:cNvSpPr txBox="1"/>
          <p:nvPr/>
        </p:nvSpPr>
        <p:spPr>
          <a:xfrm>
            <a:off x="10645388" y="5215614"/>
            <a:ext cx="629981" cy="246221"/>
          </a:xfrm>
          <a:prstGeom prst="rect">
            <a:avLst/>
          </a:prstGeom>
          <a:noFill/>
        </p:spPr>
        <p:txBody>
          <a:bodyPr wrap="square">
            <a:spAutoFit/>
          </a:bodyPr>
          <a:lstStyle/>
          <a:p>
            <a:r>
              <a:rPr lang="en-US" altLang="zh-CN" sz="1000" dirty="0">
                <a:solidFill>
                  <a:schemeClr val="bg1"/>
                </a:solidFill>
                <a:cs typeface="+mn-ea"/>
                <a:sym typeface="+mn-lt"/>
              </a:rPr>
              <a:t>33%</a:t>
            </a:r>
          </a:p>
        </p:txBody>
      </p:sp>
      <p:sp>
        <p:nvSpPr>
          <p:cNvPr id="25"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8" name="Slide Number"/>
          <p:cNvSpPr txBox="1">
            <a:spLocks noGrp="1"/>
          </p:cNvSpPr>
          <p:nvPr>
            <p:ph type="sldNum" sz="quarter" idx="2"/>
          </p:nvPr>
        </p:nvSpPr>
        <p:spPr>
          <a:xfrm>
            <a:off x="11533137" y="379545"/>
            <a:ext cx="152286" cy="153889"/>
          </a:xfrm>
          <a:prstGeom prst="rect">
            <a:avLst/>
          </a:prstGeom>
        </p:spPr>
        <p:txBody>
          <a:bodyPr/>
          <a:lstStyle/>
          <a:p>
            <a:fld id="{86CB4B4D-7CA3-9044-876B-883B54F8677D}" type="slidenum">
              <a:rPr>
                <a:cs typeface="+mn-ea"/>
                <a:sym typeface="+mn-lt"/>
              </a:rPr>
              <a:t>21</a:t>
            </a:fld>
            <a:endParaRPr>
              <a:cs typeface="+mn-ea"/>
              <a:sym typeface="+mn-lt"/>
            </a:endParaRPr>
          </a:p>
        </p:txBody>
      </p:sp>
      <p:sp>
        <p:nvSpPr>
          <p:cNvPr id="16" name="矩形 15"/>
          <p:cNvSpPr/>
          <p:nvPr/>
        </p:nvSpPr>
        <p:spPr>
          <a:xfrm>
            <a:off x="5225671" y="533656"/>
            <a:ext cx="1415772" cy="830997"/>
          </a:xfrm>
          <a:prstGeom prst="rect">
            <a:avLst/>
          </a:prstGeom>
        </p:spPr>
        <p:txBody>
          <a:bodyPr wrap="none">
            <a:spAutoFit/>
          </a:bodyPr>
          <a:lstStyle/>
          <a:p>
            <a:r>
              <a:rPr lang="zh-CN" altLang="en-US" sz="4800" dirty="0">
                <a:solidFill>
                  <a:schemeClr val="bg1"/>
                </a:solidFill>
                <a:cs typeface="+mn-ea"/>
                <a:sym typeface="+mn-lt"/>
              </a:rPr>
              <a:t>总结</a:t>
            </a:r>
          </a:p>
        </p:txBody>
      </p:sp>
      <p:sp>
        <p:nvSpPr>
          <p:cNvPr id="5" name="文本框 3"/>
          <p:cNvSpPr txBox="1"/>
          <p:nvPr/>
        </p:nvSpPr>
        <p:spPr>
          <a:xfrm>
            <a:off x="4968540" y="6269127"/>
            <a:ext cx="4420390" cy="369332"/>
          </a:xfrm>
          <a:prstGeom prst="rect">
            <a:avLst/>
          </a:prstGeom>
          <a:noFill/>
        </p:spPr>
        <p:txBody>
          <a:bodyPr wrap="square" rtlCol="0">
            <a:spAutoFit/>
          </a:bodyPr>
          <a:lstStyle/>
          <a:p>
            <a:r>
              <a:rPr lang="zh-CN" altLang="en-US" dirty="0">
                <a:solidFill>
                  <a:schemeClr val="bg2">
                    <a:lumMod val="50000"/>
                  </a:schemeClr>
                </a:solidFill>
                <a:latin typeface="方正舒体" panose="02010601030101010101" pitchFamily="2" charset="-122"/>
                <a:ea typeface="方正舒体" panose="02010601030101010101" pitchFamily="2" charset="-122"/>
              </a:rPr>
              <a:t>唯君不思，无我不为</a:t>
            </a:r>
          </a:p>
        </p:txBody>
      </p:sp>
      <p:sp>
        <p:nvSpPr>
          <p:cNvPr id="2" name="椭圆 1"/>
          <p:cNvSpPr/>
          <p:nvPr/>
        </p:nvSpPr>
        <p:spPr>
          <a:xfrm>
            <a:off x="1151166" y="2110469"/>
            <a:ext cx="2530928" cy="1028700"/>
          </a:xfrm>
          <a:prstGeom prst="ellipse">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smtClean="0"/>
              <a:t>合作</a:t>
            </a:r>
            <a:endParaRPr lang="zh-CN" altLang="en-US" sz="3200" dirty="0"/>
          </a:p>
        </p:txBody>
      </p:sp>
      <p:sp>
        <p:nvSpPr>
          <p:cNvPr id="3" name="椭圆 2"/>
          <p:cNvSpPr/>
          <p:nvPr/>
        </p:nvSpPr>
        <p:spPr>
          <a:xfrm>
            <a:off x="5853794" y="1939020"/>
            <a:ext cx="3535136" cy="1200149"/>
          </a:xfrm>
          <a:prstGeom prst="ellipse">
            <a:avLst/>
          </a:prstGeom>
          <a:solidFill>
            <a:schemeClr val="accent2">
              <a:lumMod val="10000"/>
              <a:lumOff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蓝图</a:t>
            </a:r>
            <a:endParaRPr lang="zh-CN" altLang="en-US" sz="3200" dirty="0"/>
          </a:p>
        </p:txBody>
      </p:sp>
      <p:sp>
        <p:nvSpPr>
          <p:cNvPr id="4" name="椭圆 3"/>
          <p:cNvSpPr/>
          <p:nvPr/>
        </p:nvSpPr>
        <p:spPr>
          <a:xfrm>
            <a:off x="8303077" y="4680702"/>
            <a:ext cx="3494314" cy="1510392"/>
          </a:xfrm>
          <a:prstGeom prst="ellipse">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感激</a:t>
            </a:r>
            <a:endParaRPr lang="zh-CN" altLang="en-US" sz="3200" dirty="0"/>
          </a:p>
        </p:txBody>
      </p:sp>
      <p:sp>
        <p:nvSpPr>
          <p:cNvPr id="6" name="椭圆 5"/>
          <p:cNvSpPr/>
          <p:nvPr/>
        </p:nvSpPr>
        <p:spPr>
          <a:xfrm>
            <a:off x="4278085" y="3695388"/>
            <a:ext cx="3380014" cy="1240972"/>
          </a:xfrm>
          <a:prstGeom prst="ellipse">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困难</a:t>
            </a:r>
            <a:endParaRPr lang="zh-CN" altLang="en-US" sz="3200" dirty="0"/>
          </a:p>
        </p:txBody>
      </p:sp>
      <p:sp>
        <p:nvSpPr>
          <p:cNvPr id="7" name="椭圆 6"/>
          <p:cNvSpPr/>
          <p:nvPr/>
        </p:nvSpPr>
        <p:spPr>
          <a:xfrm>
            <a:off x="1085850" y="4830224"/>
            <a:ext cx="3192235" cy="1211348"/>
          </a:xfrm>
          <a:prstGeom prst="ellips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成长</a:t>
            </a:r>
            <a:endParaRPr lang="zh-CN" altLang="en-US" sz="3200"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cstate="screen"/>
          <a:srcRect/>
          <a:stretch>
            <a:fillRect/>
          </a:stretch>
        </p:blipFill>
        <p:spPr>
          <a:xfrm>
            <a:off x="0" y="-15911"/>
            <a:ext cx="12192000" cy="6873911"/>
          </a:xfrm>
          <a:prstGeom prst="rect">
            <a:avLst/>
          </a:prstGeom>
          <a:ln>
            <a:noFill/>
          </a:ln>
        </p:spPr>
      </p:pic>
      <p:sp>
        <p:nvSpPr>
          <p:cNvPr id="5" name="文本框 4"/>
          <p:cNvSpPr txBox="1"/>
          <p:nvPr/>
        </p:nvSpPr>
        <p:spPr>
          <a:xfrm>
            <a:off x="1965715" y="2340570"/>
            <a:ext cx="8260570" cy="1569660"/>
          </a:xfrm>
          <a:prstGeom prst="rect">
            <a:avLst/>
          </a:prstGeom>
          <a:noFill/>
        </p:spPr>
        <p:txBody>
          <a:bodyPr wrap="square" rtlCol="0">
            <a:spAutoFit/>
          </a:bodyPr>
          <a:lstStyle/>
          <a:p>
            <a:pPr algn="ctr"/>
            <a:r>
              <a:rPr lang="en-US" altLang="zh-CN" sz="9600" b="1" dirty="0">
                <a:solidFill>
                  <a:schemeClr val="bg1"/>
                </a:solidFill>
                <a:cs typeface="+mn-ea"/>
                <a:sym typeface="+mn-lt"/>
              </a:rPr>
              <a:t>THANK YOU</a:t>
            </a:r>
            <a:endParaRPr lang="zh-CN" altLang="en-US" sz="9600" b="1" dirty="0">
              <a:solidFill>
                <a:schemeClr val="bg1"/>
              </a:solidFill>
              <a:cs typeface="+mn-ea"/>
              <a:sym typeface="+mn-lt"/>
            </a:endParaRPr>
          </a:p>
        </p:txBody>
      </p:sp>
      <p:sp>
        <p:nvSpPr>
          <p:cNvPr id="7" name="Rounded Rectangle 1569"/>
          <p:cNvSpPr/>
          <p:nvPr/>
        </p:nvSpPr>
        <p:spPr>
          <a:xfrm>
            <a:off x="5242519" y="4863384"/>
            <a:ext cx="2029692" cy="421358"/>
          </a:xfrm>
          <a:prstGeom prst="roundRect">
            <a:avLst>
              <a:gd name="adj" fmla="val 50000"/>
            </a:avLst>
          </a:prstGeom>
          <a:solidFill>
            <a:srgbClr val="DA3977"/>
          </a:solidFill>
          <a:ln>
            <a:noFill/>
          </a:ln>
          <a:effectLst>
            <a:outerShdw blurRad="1143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cs typeface="+mn-ea"/>
              <a:sym typeface="+mn-lt"/>
            </a:endParaRPr>
          </a:p>
        </p:txBody>
      </p:sp>
      <p:grpSp>
        <p:nvGrpSpPr>
          <p:cNvPr id="8" name="Group 1772"/>
          <p:cNvGrpSpPr/>
          <p:nvPr/>
        </p:nvGrpSpPr>
        <p:grpSpPr>
          <a:xfrm>
            <a:off x="5650735" y="4947105"/>
            <a:ext cx="1213260" cy="253916"/>
            <a:chOff x="1475556" y="5376158"/>
            <a:chExt cx="1213260" cy="253916"/>
          </a:xfrm>
        </p:grpSpPr>
        <p:sp>
          <p:nvSpPr>
            <p:cNvPr id="9" name="TextBox 1577"/>
            <p:cNvSpPr txBox="1"/>
            <p:nvPr/>
          </p:nvSpPr>
          <p:spPr>
            <a:xfrm>
              <a:off x="1475556" y="5376158"/>
              <a:ext cx="849913" cy="253916"/>
            </a:xfrm>
            <a:prstGeom prst="rect">
              <a:avLst/>
            </a:prstGeom>
            <a:noFill/>
          </p:spPr>
          <p:txBody>
            <a:bodyPr wrap="none" rtlCol="0">
              <a:spAutoFit/>
            </a:bodyPr>
            <a:lstStyle/>
            <a:p>
              <a:r>
                <a:rPr lang="en-US" sz="1050" dirty="0">
                  <a:solidFill>
                    <a:schemeClr val="bg1"/>
                  </a:solidFill>
                  <a:cs typeface="+mn-ea"/>
                  <a:sym typeface="+mn-lt"/>
                </a:rPr>
                <a:t>END HERE</a:t>
              </a:r>
            </a:p>
          </p:txBody>
        </p:sp>
        <p:sp>
          <p:nvSpPr>
            <p:cNvPr id="10" name="Half Frame 1578"/>
            <p:cNvSpPr/>
            <p:nvPr/>
          </p:nvSpPr>
          <p:spPr>
            <a:xfrm rot="8100000">
              <a:off x="2551150" y="5436098"/>
              <a:ext cx="137666" cy="137666"/>
            </a:xfrm>
            <a:prstGeom prst="halfFrame">
              <a:avLst>
                <a:gd name="adj1" fmla="val 11987"/>
                <a:gd name="adj2" fmla="val 109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grpSp>
      <p:sp>
        <p:nvSpPr>
          <p:cNvPr id="11" name="文本框 10"/>
          <p:cNvSpPr txBox="1"/>
          <p:nvPr/>
        </p:nvSpPr>
        <p:spPr>
          <a:xfrm>
            <a:off x="2737279" y="1741139"/>
            <a:ext cx="7040171" cy="369332"/>
          </a:xfrm>
          <a:prstGeom prst="rect">
            <a:avLst/>
          </a:prstGeom>
          <a:noFill/>
        </p:spPr>
        <p:txBody>
          <a:bodyPr wrap="square" rtlCol="0">
            <a:spAutoFit/>
          </a:bodyPr>
          <a:lstStyle/>
          <a:p>
            <a:pPr algn="dist"/>
            <a:r>
              <a:rPr lang="en-US" altLang="zh-CN" dirty="0">
                <a:solidFill>
                  <a:schemeClr val="bg1"/>
                </a:solidFill>
                <a:cs typeface="+mn-ea"/>
                <a:sym typeface="+mn-lt"/>
              </a:rPr>
              <a:t>Welcome To Our Site ~</a:t>
            </a:r>
            <a:endParaRPr lang="zh-CN" altLang="en-US"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房利美">
      <a:dk1>
        <a:srgbClr val="000000"/>
      </a:dk1>
      <a:lt1>
        <a:srgbClr val="FFFFFF"/>
      </a:lt1>
      <a:dk2>
        <a:srgbClr val="768394"/>
      </a:dk2>
      <a:lt2>
        <a:srgbClr val="F0F0F0"/>
      </a:lt2>
      <a:accent1>
        <a:srgbClr val="A800EC"/>
      </a:accent1>
      <a:accent2>
        <a:srgbClr val="000E2D"/>
      </a:accent2>
      <a:accent3>
        <a:srgbClr val="FF1C47"/>
      </a:accent3>
      <a:accent4>
        <a:srgbClr val="808080"/>
      </a:accent4>
      <a:accent5>
        <a:srgbClr val="6B6B6B"/>
      </a:accent5>
      <a:accent6>
        <a:srgbClr val="505253"/>
      </a:accent6>
      <a:hlink>
        <a:srgbClr val="4472C4"/>
      </a:hlink>
      <a:folHlink>
        <a:srgbClr val="BFBFBF"/>
      </a:folHlink>
    </a:clrScheme>
    <a:fontScheme name="bq2joh1f">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32</TotalTime>
  <Words>616</Words>
  <Application>Microsoft Office PowerPoint</Application>
  <PresentationFormat>自定义</PresentationFormat>
  <Paragraphs>143</Paragraphs>
  <Slides>22</Slides>
  <Notes>22</Notes>
  <HiddenSlides>0</HiddenSlides>
  <MMClips>0</MMClips>
  <ScaleCrop>false</ScaleCrop>
  <HeadingPairs>
    <vt:vector size="4" baseType="variant">
      <vt:variant>
        <vt:lpstr>主题</vt:lpstr>
      </vt:variant>
      <vt:variant>
        <vt:i4>2</vt:i4>
      </vt:variant>
      <vt:variant>
        <vt:lpstr>幻灯片标题</vt:lpstr>
      </vt:variant>
      <vt:variant>
        <vt:i4>22</vt:i4>
      </vt:variant>
    </vt:vector>
  </HeadingPairs>
  <TitlesOfParts>
    <vt:vector size="24" baseType="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Base>https://www.islide.cc</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dc:creator>
  <cp:keywords>www.1ppt.com</cp:keywords>
  <dc:description>www.1ppt.com</dc:description>
  <cp:lastModifiedBy>Administrator</cp:lastModifiedBy>
  <cp:revision>100</cp:revision>
  <cp:lastPrinted>2019-04-29T16:00:00Z</cp:lastPrinted>
  <dcterms:created xsi:type="dcterms:W3CDTF">2019-04-29T16:00:00Z</dcterms:created>
  <dcterms:modified xsi:type="dcterms:W3CDTF">2021-12-16T12:33:04Z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2052-11.8.2.8053</vt:lpwstr>
  </property>
</Properties>
</file>